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33" r:id="rId3"/>
    <p:sldId id="336" r:id="rId4"/>
    <p:sldId id="279" r:id="rId5"/>
    <p:sldId id="334" r:id="rId6"/>
    <p:sldId id="278" r:id="rId7"/>
    <p:sldId id="321" r:id="rId8"/>
    <p:sldId id="322" r:id="rId9"/>
    <p:sldId id="282" r:id="rId10"/>
    <p:sldId id="323" r:id="rId11"/>
    <p:sldId id="326" r:id="rId12"/>
    <p:sldId id="327" r:id="rId13"/>
    <p:sldId id="328" r:id="rId14"/>
    <p:sldId id="330" r:id="rId15"/>
    <p:sldId id="290" r:id="rId16"/>
  </p:sldIdLst>
  <p:sldSz cx="24387175" cy="13716000"/>
  <p:notesSz cx="6858000" cy="9144000"/>
  <p:defaultTextStyle>
    <a:defPPr>
      <a:defRPr lang="en-US"/>
    </a:defPPr>
    <a:lvl1pPr marL="0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1pPr>
    <a:lvl2pPr marL="898799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2pPr>
    <a:lvl3pPr marL="1797601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3pPr>
    <a:lvl4pPr marL="2696401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4pPr>
    <a:lvl5pPr marL="3595203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5pPr>
    <a:lvl6pPr marL="4494003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6pPr>
    <a:lvl7pPr marL="5392802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7pPr>
    <a:lvl8pPr marL="6291604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8pPr>
    <a:lvl9pPr marL="7190402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44"/>
    <a:srgbClr val="000000"/>
    <a:srgbClr val="E3CDB1"/>
    <a:srgbClr val="CCCCCC"/>
    <a:srgbClr val="FFC038"/>
    <a:srgbClr val="105456"/>
    <a:srgbClr val="008FB3"/>
    <a:srgbClr val="7E5475"/>
    <a:srgbClr val="E56A54"/>
    <a:srgbClr val="E5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2B048C-89A5-904D-98D1-8A475548DB25}" v="1176" dt="2023-10-30T22:41:09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922" autoAdjust="0"/>
    <p:restoredTop sz="86393" autoAdjust="0"/>
  </p:normalViewPr>
  <p:slideViewPr>
    <p:cSldViewPr snapToGrid="0" snapToObjects="1">
      <p:cViewPr varScale="1">
        <p:scale>
          <a:sx n="62" d="100"/>
          <a:sy n="62" d="100"/>
        </p:scale>
        <p:origin x="116" y="41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-60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9" d="100"/>
        <a:sy n="59" d="100"/>
      </p:scale>
      <p:origin x="0" y="0"/>
    </p:cViewPr>
  </p:sorterViewPr>
  <p:notesViewPr>
    <p:cSldViewPr snapToGrid="0" snapToObjects="1">
      <p:cViewPr varScale="1">
        <p:scale>
          <a:sx n="166" d="100"/>
          <a:sy n="166" d="100"/>
        </p:scale>
        <p:origin x="152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F391D7-DBDC-4B77-80C3-583B915CFEEC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4BED1D3-E438-47AE-9EEE-2E746330096D}">
      <dgm:prSet/>
      <dgm:spPr/>
      <dgm:t>
        <a:bodyPr/>
        <a:lstStyle/>
        <a:p>
          <a:r>
            <a:rPr lang="en-US" b="0" dirty="0"/>
            <a:t>Chapter Quizzes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eading Assignments &#10; Due before topic is covered in class &#10; Occasional quizzes &#10;Chapter Quizzes &#10; Due Sundays at 11:59 PM &#10;Homework Assignments &#10; Due by 11:59 PM on Tuesdays &#10;"/>
        </a:ext>
      </dgm:extLst>
    </dgm:pt>
    <dgm:pt modelId="{9993FE8B-B0E9-4002-9E90-441A256AE092}" type="parTrans" cxnId="{1CE1C8D3-182F-4096-8593-BBAB55FE8A88}">
      <dgm:prSet/>
      <dgm:spPr/>
      <dgm:t>
        <a:bodyPr/>
        <a:lstStyle/>
        <a:p>
          <a:endParaRPr lang="en-US"/>
        </a:p>
      </dgm:t>
    </dgm:pt>
    <dgm:pt modelId="{A5CA2020-2F24-4547-8790-C3419982E9A7}" type="sibTrans" cxnId="{1CE1C8D3-182F-4096-8593-BBAB55FE8A88}">
      <dgm:prSet/>
      <dgm:spPr/>
      <dgm:t>
        <a:bodyPr/>
        <a:lstStyle/>
        <a:p>
          <a:endParaRPr lang="en-US"/>
        </a:p>
      </dgm:t>
    </dgm:pt>
    <dgm:pt modelId="{93D11582-7AA7-425A-8DC4-DA05553BE11E}">
      <dgm:prSet/>
      <dgm:spPr/>
      <dgm:t>
        <a:bodyPr/>
        <a:lstStyle/>
        <a:p>
          <a:r>
            <a:rPr lang="en-US" b="0" dirty="0"/>
            <a:t>Due Sundays at 11:59 PM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eading Assignments &#10; Due before topic is covered in class &#10; Occasional quizzes &#10;Chapter Quizzes &#10; Due Sundays at 11:59 PM &#10;Homework Assignments &#10; Due by 11:59 PM on Tuesdays &#10;"/>
        </a:ext>
      </dgm:extLst>
    </dgm:pt>
    <dgm:pt modelId="{BE49BA53-E97C-4CC6-AEF5-71CFE69343CB}" type="parTrans" cxnId="{C725BCDA-3837-4194-BD66-D3F19A23CC4E}">
      <dgm:prSet/>
      <dgm:spPr/>
      <dgm:t>
        <a:bodyPr/>
        <a:lstStyle/>
        <a:p>
          <a:endParaRPr lang="en-US"/>
        </a:p>
      </dgm:t>
    </dgm:pt>
    <dgm:pt modelId="{FCE662BF-601E-4521-9673-9EDD71B7E3FC}" type="sibTrans" cxnId="{C725BCDA-3837-4194-BD66-D3F19A23CC4E}">
      <dgm:prSet/>
      <dgm:spPr/>
      <dgm:t>
        <a:bodyPr/>
        <a:lstStyle/>
        <a:p>
          <a:endParaRPr lang="en-US"/>
        </a:p>
      </dgm:t>
    </dgm:pt>
    <dgm:pt modelId="{76516849-EB1F-4A7C-94B0-4C25FE3F21DD}">
      <dgm:prSet/>
      <dgm:spPr/>
      <dgm:t>
        <a:bodyPr/>
        <a:lstStyle/>
        <a:p>
          <a:r>
            <a:rPr lang="en-US" b="0" dirty="0"/>
            <a:t>Lab Assignments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eading Assignments &#10; Due before topic is covered in class &#10; Occasional quizzes &#10;Chapter Quizzes &#10; Due Sundays at 11:59 PM &#10;Homework Assignments &#10; Due by 11:59 PM on Tuesdays &#10;"/>
        </a:ext>
      </dgm:extLst>
    </dgm:pt>
    <dgm:pt modelId="{C03D1ACC-BA81-45BD-86BE-3E7F4B7AF798}" type="parTrans" cxnId="{3108AA2A-BD1F-47CD-BCC6-3792648247EB}">
      <dgm:prSet/>
      <dgm:spPr/>
      <dgm:t>
        <a:bodyPr/>
        <a:lstStyle/>
        <a:p>
          <a:endParaRPr lang="en-US"/>
        </a:p>
      </dgm:t>
    </dgm:pt>
    <dgm:pt modelId="{997CD57B-E08A-48F8-9FDC-6AC8B99A8137}" type="sibTrans" cxnId="{3108AA2A-BD1F-47CD-BCC6-3792648247EB}">
      <dgm:prSet/>
      <dgm:spPr/>
      <dgm:t>
        <a:bodyPr/>
        <a:lstStyle/>
        <a:p>
          <a:endParaRPr lang="en-US"/>
        </a:p>
      </dgm:t>
    </dgm:pt>
    <dgm:pt modelId="{95894419-3A58-49FA-8688-4A1DD1D787D4}">
      <dgm:prSet/>
      <dgm:spPr/>
      <dgm:t>
        <a:bodyPr/>
        <a:lstStyle/>
        <a:p>
          <a:r>
            <a:rPr lang="en-US" b="0" dirty="0"/>
            <a:t>Due on Mondays and Fridays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eading Assignments &#10; Due before topic is covered in class &#10; Occasional quizzes &#10;Chapter Quizzes &#10; Due Sundays at 11:59 PM &#10;Homework Assignments &#10; Due by 11:59 PM on Tuesdays &#10;"/>
        </a:ext>
      </dgm:extLst>
    </dgm:pt>
    <dgm:pt modelId="{426751CE-D872-40EC-918E-A3AD414C42A5}" type="parTrans" cxnId="{24A4F68A-BC51-4052-ACF9-38805A1E3C92}">
      <dgm:prSet/>
      <dgm:spPr/>
      <dgm:t>
        <a:bodyPr/>
        <a:lstStyle/>
        <a:p>
          <a:endParaRPr lang="en-US"/>
        </a:p>
      </dgm:t>
    </dgm:pt>
    <dgm:pt modelId="{13080C89-EEC7-4161-B886-F767870133B5}" type="sibTrans" cxnId="{24A4F68A-BC51-4052-ACF9-38805A1E3C92}">
      <dgm:prSet/>
      <dgm:spPr/>
      <dgm:t>
        <a:bodyPr/>
        <a:lstStyle/>
        <a:p>
          <a:endParaRPr lang="en-US"/>
        </a:p>
      </dgm:t>
    </dgm:pt>
    <dgm:pt modelId="{5CE98C53-385F-4F25-8092-4E8BB104A242}">
      <dgm:prSet/>
      <dgm:spPr/>
      <dgm:t>
        <a:bodyPr/>
        <a:lstStyle/>
        <a:p>
          <a:r>
            <a:rPr lang="en-US"/>
            <a:t>They have an until by date</a:t>
          </a:r>
          <a:endParaRPr lang="en-US" dirty="0"/>
        </a:p>
      </dgm:t>
    </dgm:pt>
    <dgm:pt modelId="{6592F16D-4F4E-4B94-9D6E-00C01F840AA0}" type="parTrans" cxnId="{259EEF0D-3F05-44C5-B226-9070BA6FAD3F}">
      <dgm:prSet/>
      <dgm:spPr/>
    </dgm:pt>
    <dgm:pt modelId="{89EC50F2-0EE2-4DF7-98FB-B8A26C18DA70}" type="sibTrans" cxnId="{259EEF0D-3F05-44C5-B226-9070BA6FAD3F}">
      <dgm:prSet/>
      <dgm:spPr/>
    </dgm:pt>
    <dgm:pt modelId="{E96A7819-5CAB-6D44-ACDB-4CD9D02D1633}" type="pres">
      <dgm:prSet presAssocID="{CEF391D7-DBDC-4B77-80C3-583B915CFEEC}" presName="Name0" presStyleCnt="0">
        <dgm:presLayoutVars>
          <dgm:dir/>
          <dgm:animLvl val="lvl"/>
          <dgm:resizeHandles val="exact"/>
        </dgm:presLayoutVars>
      </dgm:prSet>
      <dgm:spPr/>
    </dgm:pt>
    <dgm:pt modelId="{2287B338-228D-4E49-B312-6E3CC6D8E93A}" type="pres">
      <dgm:prSet presAssocID="{54BED1D3-E438-47AE-9EEE-2E746330096D}" presName="linNode" presStyleCnt="0"/>
      <dgm:spPr/>
    </dgm:pt>
    <dgm:pt modelId="{71384D1D-C1DA-D04B-9CB3-531DBF5AC4BC}" type="pres">
      <dgm:prSet presAssocID="{54BED1D3-E438-47AE-9EEE-2E746330096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F1C3806-14FB-3B41-A960-B834AC8020E7}" type="pres">
      <dgm:prSet presAssocID="{54BED1D3-E438-47AE-9EEE-2E746330096D}" presName="descendantText" presStyleLbl="alignAccFollowNode1" presStyleIdx="0" presStyleCnt="2">
        <dgm:presLayoutVars>
          <dgm:bulletEnabled val="1"/>
        </dgm:presLayoutVars>
      </dgm:prSet>
      <dgm:spPr/>
    </dgm:pt>
    <dgm:pt modelId="{AE3910ED-14AB-DC4F-84BC-808B4940BFE0}" type="pres">
      <dgm:prSet presAssocID="{A5CA2020-2F24-4547-8790-C3419982E9A7}" presName="sp" presStyleCnt="0"/>
      <dgm:spPr/>
    </dgm:pt>
    <dgm:pt modelId="{F87AD45F-BF82-714E-92FB-333886DB465D}" type="pres">
      <dgm:prSet presAssocID="{76516849-EB1F-4A7C-94B0-4C25FE3F21DD}" presName="linNode" presStyleCnt="0"/>
      <dgm:spPr/>
    </dgm:pt>
    <dgm:pt modelId="{1934AF1F-C901-A54F-8CEF-16F3DACFFBB3}" type="pres">
      <dgm:prSet presAssocID="{76516849-EB1F-4A7C-94B0-4C25FE3F21D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0EFDE29-4A01-CE4F-ACCD-0525608D2DA8}" type="pres">
      <dgm:prSet presAssocID="{76516849-EB1F-4A7C-94B0-4C25FE3F21D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59EEF0D-3F05-44C5-B226-9070BA6FAD3F}" srcId="{76516849-EB1F-4A7C-94B0-4C25FE3F21DD}" destId="{5CE98C53-385F-4F25-8092-4E8BB104A242}" srcOrd="1" destOrd="0" parTransId="{6592F16D-4F4E-4B94-9D6E-00C01F840AA0}" sibTransId="{89EC50F2-0EE2-4DF7-98FB-B8A26C18DA70}"/>
    <dgm:cxn modelId="{37A00F0E-6479-A348-AF32-F74C203D9AAC}" type="presOf" srcId="{CEF391D7-DBDC-4B77-80C3-583B915CFEEC}" destId="{E96A7819-5CAB-6D44-ACDB-4CD9D02D1633}" srcOrd="0" destOrd="0" presId="urn:microsoft.com/office/officeart/2005/8/layout/vList5"/>
    <dgm:cxn modelId="{3108AA2A-BD1F-47CD-BCC6-3792648247EB}" srcId="{CEF391D7-DBDC-4B77-80C3-583B915CFEEC}" destId="{76516849-EB1F-4A7C-94B0-4C25FE3F21DD}" srcOrd="1" destOrd="0" parTransId="{C03D1ACC-BA81-45BD-86BE-3E7F4B7AF798}" sibTransId="{997CD57B-E08A-48F8-9FDC-6AC8B99A8137}"/>
    <dgm:cxn modelId="{E879602E-EB01-A349-AD7C-EEFFB62CD7A9}" type="presOf" srcId="{93D11582-7AA7-425A-8DC4-DA05553BE11E}" destId="{0F1C3806-14FB-3B41-A960-B834AC8020E7}" srcOrd="0" destOrd="0" presId="urn:microsoft.com/office/officeart/2005/8/layout/vList5"/>
    <dgm:cxn modelId="{40FCE646-7410-D047-B52D-66873F6CA3E4}" type="presOf" srcId="{54BED1D3-E438-47AE-9EEE-2E746330096D}" destId="{71384D1D-C1DA-D04B-9CB3-531DBF5AC4BC}" srcOrd="0" destOrd="0" presId="urn:microsoft.com/office/officeart/2005/8/layout/vList5"/>
    <dgm:cxn modelId="{24A4F68A-BC51-4052-ACF9-38805A1E3C92}" srcId="{76516849-EB1F-4A7C-94B0-4C25FE3F21DD}" destId="{95894419-3A58-49FA-8688-4A1DD1D787D4}" srcOrd="0" destOrd="0" parTransId="{426751CE-D872-40EC-918E-A3AD414C42A5}" sibTransId="{13080C89-EEC7-4161-B886-F767870133B5}"/>
    <dgm:cxn modelId="{30E6CD91-5640-3C4C-B5D9-25375761F362}" type="presOf" srcId="{76516849-EB1F-4A7C-94B0-4C25FE3F21DD}" destId="{1934AF1F-C901-A54F-8CEF-16F3DACFFBB3}" srcOrd="0" destOrd="0" presId="urn:microsoft.com/office/officeart/2005/8/layout/vList5"/>
    <dgm:cxn modelId="{1CE1C8D3-182F-4096-8593-BBAB55FE8A88}" srcId="{CEF391D7-DBDC-4B77-80C3-583B915CFEEC}" destId="{54BED1D3-E438-47AE-9EEE-2E746330096D}" srcOrd="0" destOrd="0" parTransId="{9993FE8B-B0E9-4002-9E90-441A256AE092}" sibTransId="{A5CA2020-2F24-4547-8790-C3419982E9A7}"/>
    <dgm:cxn modelId="{C725BCDA-3837-4194-BD66-D3F19A23CC4E}" srcId="{54BED1D3-E438-47AE-9EEE-2E746330096D}" destId="{93D11582-7AA7-425A-8DC4-DA05553BE11E}" srcOrd="0" destOrd="0" parTransId="{BE49BA53-E97C-4CC6-AEF5-71CFE69343CB}" sibTransId="{FCE662BF-601E-4521-9673-9EDD71B7E3FC}"/>
    <dgm:cxn modelId="{F3324DDD-EBCE-1548-BD26-70804330D7CD}" type="presOf" srcId="{95894419-3A58-49FA-8688-4A1DD1D787D4}" destId="{E0EFDE29-4A01-CE4F-ACCD-0525608D2DA8}" srcOrd="0" destOrd="0" presId="urn:microsoft.com/office/officeart/2005/8/layout/vList5"/>
    <dgm:cxn modelId="{4127FDDD-A15C-41A4-B0B6-3CACB501E3D4}" type="presOf" srcId="{5CE98C53-385F-4F25-8092-4E8BB104A242}" destId="{E0EFDE29-4A01-CE4F-ACCD-0525608D2DA8}" srcOrd="0" destOrd="1" presId="urn:microsoft.com/office/officeart/2005/8/layout/vList5"/>
    <dgm:cxn modelId="{5D11463D-A063-9243-B605-4BC2C49794CD}" type="presParOf" srcId="{E96A7819-5CAB-6D44-ACDB-4CD9D02D1633}" destId="{2287B338-228D-4E49-B312-6E3CC6D8E93A}" srcOrd="0" destOrd="0" presId="urn:microsoft.com/office/officeart/2005/8/layout/vList5"/>
    <dgm:cxn modelId="{239537FA-3DFE-9F4A-9906-A25CAB9AB5BA}" type="presParOf" srcId="{2287B338-228D-4E49-B312-6E3CC6D8E93A}" destId="{71384D1D-C1DA-D04B-9CB3-531DBF5AC4BC}" srcOrd="0" destOrd="0" presId="urn:microsoft.com/office/officeart/2005/8/layout/vList5"/>
    <dgm:cxn modelId="{FDB186F4-E8AC-2541-9E0B-AF0EC5E678D6}" type="presParOf" srcId="{2287B338-228D-4E49-B312-6E3CC6D8E93A}" destId="{0F1C3806-14FB-3B41-A960-B834AC8020E7}" srcOrd="1" destOrd="0" presId="urn:microsoft.com/office/officeart/2005/8/layout/vList5"/>
    <dgm:cxn modelId="{370949BD-B449-C844-B917-4CF2BDAA0F87}" type="presParOf" srcId="{E96A7819-5CAB-6D44-ACDB-4CD9D02D1633}" destId="{AE3910ED-14AB-DC4F-84BC-808B4940BFE0}" srcOrd="1" destOrd="0" presId="urn:microsoft.com/office/officeart/2005/8/layout/vList5"/>
    <dgm:cxn modelId="{AAA9D5F0-8D18-874A-A5C9-99B31728362C}" type="presParOf" srcId="{E96A7819-5CAB-6D44-ACDB-4CD9D02D1633}" destId="{F87AD45F-BF82-714E-92FB-333886DB465D}" srcOrd="2" destOrd="0" presId="urn:microsoft.com/office/officeart/2005/8/layout/vList5"/>
    <dgm:cxn modelId="{B4F4BD0B-6CE1-4743-81EA-889054DF2823}" type="presParOf" srcId="{F87AD45F-BF82-714E-92FB-333886DB465D}" destId="{1934AF1F-C901-A54F-8CEF-16F3DACFFBB3}" srcOrd="0" destOrd="0" presId="urn:microsoft.com/office/officeart/2005/8/layout/vList5"/>
    <dgm:cxn modelId="{C12C0D65-4A1D-9B44-A2D8-0AA9D00675CC}" type="presParOf" srcId="{F87AD45F-BF82-714E-92FB-333886DB465D}" destId="{E0EFDE29-4A01-CE4F-ACCD-0525608D2D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D38A98-6F8D-45AA-943D-9D26E1B80B5F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98560D-0E81-4DCD-9FF6-DB39E233395A}">
      <dgm:prSet/>
      <dgm:spPr/>
      <dgm:t>
        <a:bodyPr/>
        <a:lstStyle/>
        <a:p>
          <a:r>
            <a:rPr lang="en-US" dirty="0"/>
            <a:t>4 Unit exams</a:t>
          </a:r>
        </a:p>
      </dgm:t>
    </dgm:pt>
    <dgm:pt modelId="{F9DA918F-6020-4DD9-8CD9-56E0BC194142}" type="parTrans" cxnId="{E07D9A71-273D-46A1-8E1F-3A752458A9DE}">
      <dgm:prSet/>
      <dgm:spPr/>
      <dgm:t>
        <a:bodyPr/>
        <a:lstStyle/>
        <a:p>
          <a:endParaRPr lang="en-US"/>
        </a:p>
      </dgm:t>
    </dgm:pt>
    <dgm:pt modelId="{B95269C9-CF7B-4510-9901-14CBD49B4B0A}" type="sibTrans" cxnId="{E07D9A71-273D-46A1-8E1F-3A752458A9DE}">
      <dgm:prSet/>
      <dgm:spPr/>
      <dgm:t>
        <a:bodyPr/>
        <a:lstStyle/>
        <a:p>
          <a:endParaRPr lang="en-US"/>
        </a:p>
      </dgm:t>
    </dgm:pt>
    <dgm:pt modelId="{9A97FEAB-63D1-1947-8C02-15529327B334}" type="pres">
      <dgm:prSet presAssocID="{2AD38A98-6F8D-45AA-943D-9D26E1B80B5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E30D247-11F9-C140-97EB-6914A579C81F}" type="pres">
      <dgm:prSet presAssocID="{4398560D-0E81-4DCD-9FF6-DB39E233395A}" presName="hierRoot1" presStyleCnt="0">
        <dgm:presLayoutVars>
          <dgm:hierBranch val="init"/>
        </dgm:presLayoutVars>
      </dgm:prSet>
      <dgm:spPr/>
    </dgm:pt>
    <dgm:pt modelId="{D118DBF4-F534-864E-9073-3B05A1A33EB4}" type="pres">
      <dgm:prSet presAssocID="{4398560D-0E81-4DCD-9FF6-DB39E233395A}" presName="rootComposite1" presStyleCnt="0"/>
      <dgm:spPr/>
    </dgm:pt>
    <dgm:pt modelId="{53797652-4BC4-BB41-ABF0-4916F2BF67DE}" type="pres">
      <dgm:prSet presAssocID="{4398560D-0E81-4DCD-9FF6-DB39E233395A}" presName="rootText1" presStyleLbl="node0" presStyleIdx="0" presStyleCnt="1">
        <dgm:presLayoutVars>
          <dgm:chPref val="3"/>
        </dgm:presLayoutVars>
      </dgm:prSet>
      <dgm:spPr/>
    </dgm:pt>
    <dgm:pt modelId="{3CCA87A8-3C8D-0641-B96B-73BFBB2AC7D6}" type="pres">
      <dgm:prSet presAssocID="{4398560D-0E81-4DCD-9FF6-DB39E233395A}" presName="rootConnector1" presStyleLbl="node1" presStyleIdx="0" presStyleCnt="0"/>
      <dgm:spPr/>
    </dgm:pt>
    <dgm:pt modelId="{BC4E0BDF-5766-494D-B1C3-67AD0070DC30}" type="pres">
      <dgm:prSet presAssocID="{4398560D-0E81-4DCD-9FF6-DB39E233395A}" presName="hierChild2" presStyleCnt="0"/>
      <dgm:spPr/>
    </dgm:pt>
    <dgm:pt modelId="{F342AC94-B578-A844-9749-40FEDE1E4DB3}" type="pres">
      <dgm:prSet presAssocID="{4398560D-0E81-4DCD-9FF6-DB39E233395A}" presName="hierChild3" presStyleCnt="0"/>
      <dgm:spPr/>
    </dgm:pt>
  </dgm:ptLst>
  <dgm:cxnLst>
    <dgm:cxn modelId="{DC4DA72D-BE9A-9D47-AB28-7B972455B3B4}" type="presOf" srcId="{4398560D-0E81-4DCD-9FF6-DB39E233395A}" destId="{3CCA87A8-3C8D-0641-B96B-73BFBB2AC7D6}" srcOrd="1" destOrd="0" presId="urn:microsoft.com/office/officeart/2009/3/layout/HorizontalOrganizationChart"/>
    <dgm:cxn modelId="{B3744833-976D-3A43-8A56-C76116993235}" type="presOf" srcId="{2AD38A98-6F8D-45AA-943D-9D26E1B80B5F}" destId="{9A97FEAB-63D1-1947-8C02-15529327B334}" srcOrd="0" destOrd="0" presId="urn:microsoft.com/office/officeart/2009/3/layout/HorizontalOrganizationChart"/>
    <dgm:cxn modelId="{E07D9A71-273D-46A1-8E1F-3A752458A9DE}" srcId="{2AD38A98-6F8D-45AA-943D-9D26E1B80B5F}" destId="{4398560D-0E81-4DCD-9FF6-DB39E233395A}" srcOrd="0" destOrd="0" parTransId="{F9DA918F-6020-4DD9-8CD9-56E0BC194142}" sibTransId="{B95269C9-CF7B-4510-9901-14CBD49B4B0A}"/>
    <dgm:cxn modelId="{180506A3-5302-8D4F-9CBD-E8D4CE591A1D}" type="presOf" srcId="{4398560D-0E81-4DCD-9FF6-DB39E233395A}" destId="{53797652-4BC4-BB41-ABF0-4916F2BF67DE}" srcOrd="0" destOrd="0" presId="urn:microsoft.com/office/officeart/2009/3/layout/HorizontalOrganizationChart"/>
    <dgm:cxn modelId="{2D34FD79-10DE-2A4A-B7FA-8422B41EA5ED}" type="presParOf" srcId="{9A97FEAB-63D1-1947-8C02-15529327B334}" destId="{0E30D247-11F9-C140-97EB-6914A579C81F}" srcOrd="0" destOrd="0" presId="urn:microsoft.com/office/officeart/2009/3/layout/HorizontalOrganizationChart"/>
    <dgm:cxn modelId="{BD36DC4B-EDD5-D645-87D3-F0CA6DB6ED58}" type="presParOf" srcId="{0E30D247-11F9-C140-97EB-6914A579C81F}" destId="{D118DBF4-F534-864E-9073-3B05A1A33EB4}" srcOrd="0" destOrd="0" presId="urn:microsoft.com/office/officeart/2009/3/layout/HorizontalOrganizationChart"/>
    <dgm:cxn modelId="{6B659633-BFA4-D941-AE2D-F9B6D28375AC}" type="presParOf" srcId="{D118DBF4-F534-864E-9073-3B05A1A33EB4}" destId="{53797652-4BC4-BB41-ABF0-4916F2BF67DE}" srcOrd="0" destOrd="0" presId="urn:microsoft.com/office/officeart/2009/3/layout/HorizontalOrganizationChart"/>
    <dgm:cxn modelId="{D62A2B11-E876-C842-A7D2-6BE439B7258E}" type="presParOf" srcId="{D118DBF4-F534-864E-9073-3B05A1A33EB4}" destId="{3CCA87A8-3C8D-0641-B96B-73BFBB2AC7D6}" srcOrd="1" destOrd="0" presId="urn:microsoft.com/office/officeart/2009/3/layout/HorizontalOrganizationChart"/>
    <dgm:cxn modelId="{C08D325F-32F8-4544-87D9-B32A97AE1A78}" type="presParOf" srcId="{0E30D247-11F9-C140-97EB-6914A579C81F}" destId="{BC4E0BDF-5766-494D-B1C3-67AD0070DC30}" srcOrd="1" destOrd="0" presId="urn:microsoft.com/office/officeart/2009/3/layout/HorizontalOrganizationChart"/>
    <dgm:cxn modelId="{40F56FB5-939B-A041-B8ED-F8ACF7D237C7}" type="presParOf" srcId="{0E30D247-11F9-C140-97EB-6914A579C81F}" destId="{F342AC94-B578-A844-9749-40FEDE1E4DB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C3806-14FB-3B41-A960-B834AC8020E7}">
      <dsp:nvSpPr>
        <dsp:cNvPr id="0" name=""/>
        <dsp:cNvSpPr/>
      </dsp:nvSpPr>
      <dsp:spPr>
        <a:xfrm rot="5400000">
          <a:off x="6341275" y="-1506712"/>
          <a:ext cx="3790804" cy="775216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110490" rIns="220980" bIns="110490" numCol="1" spcCol="1270" anchor="ctr" anchorCtr="0">
          <a:noAutofit/>
        </a:bodyPr>
        <a:lstStyle/>
        <a:p>
          <a:pPr marL="285750" lvl="1" indent="-285750" algn="l" defTabSz="2578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800" b="0" kern="1200" dirty="0"/>
            <a:t>Due Sundays at 11:59 PM </a:t>
          </a:r>
          <a:endParaRPr lang="en-US" sz="5800" kern="1200" dirty="0"/>
        </a:p>
      </dsp:txBody>
      <dsp:txXfrm rot="-5400000">
        <a:off x="4360594" y="659021"/>
        <a:ext cx="7567115" cy="3420700"/>
      </dsp:txXfrm>
    </dsp:sp>
    <dsp:sp modelId="{71384D1D-C1DA-D04B-9CB3-531DBF5AC4BC}">
      <dsp:nvSpPr>
        <dsp:cNvPr id="0" name=""/>
        <dsp:cNvSpPr/>
      </dsp:nvSpPr>
      <dsp:spPr>
        <a:xfrm>
          <a:off x="0" y="118"/>
          <a:ext cx="4360593" cy="4738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0" kern="1200" dirty="0"/>
            <a:t>Chapter Quizzes </a:t>
          </a:r>
          <a:endParaRPr lang="en-US" sz="4800" kern="1200" dirty="0"/>
        </a:p>
      </dsp:txBody>
      <dsp:txXfrm>
        <a:off x="212867" y="212985"/>
        <a:ext cx="3934859" cy="4312771"/>
      </dsp:txXfrm>
    </dsp:sp>
    <dsp:sp modelId="{E0EFDE29-4A01-CE4F-ACCD-0525608D2DA8}">
      <dsp:nvSpPr>
        <dsp:cNvPr id="0" name=""/>
        <dsp:cNvSpPr/>
      </dsp:nvSpPr>
      <dsp:spPr>
        <a:xfrm rot="5400000">
          <a:off x="6341275" y="3468718"/>
          <a:ext cx="3790804" cy="775216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110490" rIns="220980" bIns="110490" numCol="1" spcCol="1270" anchor="ctr" anchorCtr="0">
          <a:noAutofit/>
        </a:bodyPr>
        <a:lstStyle/>
        <a:p>
          <a:pPr marL="285750" lvl="1" indent="-285750" algn="l" defTabSz="2578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800" b="0" kern="1200" dirty="0"/>
            <a:t>Due on Mondays and Fridays</a:t>
          </a:r>
          <a:endParaRPr lang="en-US" sz="5800" kern="1200" dirty="0"/>
        </a:p>
        <a:p>
          <a:pPr marL="285750" lvl="1" indent="-285750" algn="l" defTabSz="2578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800" kern="1200"/>
            <a:t>They have an until by date</a:t>
          </a:r>
          <a:endParaRPr lang="en-US" sz="5800" kern="1200" dirty="0"/>
        </a:p>
      </dsp:txBody>
      <dsp:txXfrm rot="-5400000">
        <a:off x="4360594" y="5634451"/>
        <a:ext cx="7567115" cy="3420700"/>
      </dsp:txXfrm>
    </dsp:sp>
    <dsp:sp modelId="{1934AF1F-C901-A54F-8CEF-16F3DACFFBB3}">
      <dsp:nvSpPr>
        <dsp:cNvPr id="0" name=""/>
        <dsp:cNvSpPr/>
      </dsp:nvSpPr>
      <dsp:spPr>
        <a:xfrm>
          <a:off x="0" y="4975549"/>
          <a:ext cx="4360593" cy="4738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0" kern="1200" dirty="0"/>
            <a:t>Lab Assignments </a:t>
          </a:r>
          <a:endParaRPr lang="en-US" sz="4800" kern="1200" dirty="0"/>
        </a:p>
      </dsp:txBody>
      <dsp:txXfrm>
        <a:off x="212867" y="5188416"/>
        <a:ext cx="3934859" cy="43127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97652-4BC4-BB41-ABF0-4916F2BF67DE}">
      <dsp:nvSpPr>
        <dsp:cNvPr id="0" name=""/>
        <dsp:cNvSpPr/>
      </dsp:nvSpPr>
      <dsp:spPr>
        <a:xfrm>
          <a:off x="1478" y="3010341"/>
          <a:ext cx="12109803" cy="36934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4 Unit exams</a:t>
          </a:r>
        </a:p>
      </dsp:txBody>
      <dsp:txXfrm>
        <a:off x="1478" y="3010341"/>
        <a:ext cx="12109803" cy="3693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E51A5-B478-1E40-8CBB-0DAA8831E99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D578-DED7-9640-8F31-2B6A02B2A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78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D587F-861E-6740-9643-E3DDAE89B8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32F50-0B60-B34B-8422-4E195A5AE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1pPr>
    <a:lvl2pPr marL="806867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2pPr>
    <a:lvl3pPr marL="1613733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3pPr>
    <a:lvl4pPr marL="2420600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4pPr>
    <a:lvl5pPr marL="3227466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5pPr>
    <a:lvl6pPr marL="4034333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6pPr>
    <a:lvl7pPr marL="4841199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7pPr>
    <a:lvl8pPr marL="5648066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8pPr>
    <a:lvl9pPr marL="6454932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7268F-22E8-7346-8943-6622B042D4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55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2F50-0B60-B34B-8422-4E195A5AE2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95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AADAB-F5BE-504D-8EA7-6573F5FE10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30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AADAB-F5BE-504D-8EA7-6573F5FE10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3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7268F-22E8-7346-8943-6622B042D4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51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7268F-22E8-7346-8943-6622B042D4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49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7268F-22E8-7346-8943-6622B042D4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23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B2362A8-B35C-6344-168F-975FC4D6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12CD24-74CA-0905-D07A-23DF9DF44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B3B6BF-2B16-86A0-06F6-306E154F9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n aerial shot of Colorado State University campus">
            <a:extLst>
              <a:ext uri="{FF2B5EF4-FFF2-40B4-BE49-F238E27FC236}">
                <a16:creationId xmlns:a16="http://schemas.microsoft.com/office/drawing/2014/main" id="{D30282C0-5A37-362D-B1DC-BFE43AC19E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6439" y="-1"/>
            <a:ext cx="20578871" cy="13736203"/>
          </a:xfrm>
          <a:prstGeom prst="rect">
            <a:avLst/>
          </a:prstGeom>
        </p:spPr>
      </p:pic>
      <p:pic>
        <p:nvPicPr>
          <p:cNvPr id="39" name="Picture 38" descr="Colorado State University logo">
            <a:extLst>
              <a:ext uri="{FF2B5EF4-FFF2-40B4-BE49-F238E27FC236}">
                <a16:creationId xmlns:a16="http://schemas.microsoft.com/office/drawing/2014/main" id="{05598EE9-D485-D86F-A9DF-63BBA2F49A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42680" y="695055"/>
            <a:ext cx="5296465" cy="34655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EED9DF-CA52-CD7D-5F2A-469D8A2F8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3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58544-6EFC-4319-575F-41CF6786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51DD589-66DA-2560-7B34-287747EB1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6362F0-052A-E80B-360A-0F46D76C684C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BF2DAB-1C7F-87EA-DF8A-701A4C25A3EB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244137-7879-AF2B-2E0D-AAEA8C7DDE72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77791B-4C41-7E9E-6085-EFCADA0331E2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C980BD-F417-0023-DD45-CB642CEB103B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75C76B-5CBC-4C1C-E590-DACB014C0D3B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D121C1-3A58-31AE-ADD8-DD8863B68FE4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C9B660E-DADE-3297-F523-480C57567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3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BC10D8E-8D0B-3CB5-550F-C1F0821F1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12CD24-74CA-0905-D07A-23DF9DF44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B3B6BF-2B16-86A0-06F6-306E154F9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5EF944-57F4-E84D-0B8B-F23B69A5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Colorado State University logo">
            <a:extLst>
              <a:ext uri="{FF2B5EF4-FFF2-40B4-BE49-F238E27FC236}">
                <a16:creationId xmlns:a16="http://schemas.microsoft.com/office/drawing/2014/main" id="{513D1247-2275-E5FB-89CF-D88723D811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3038" y="5125206"/>
            <a:ext cx="5296465" cy="346558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E7B9D46-0C64-DE90-73CB-FC4C4FD13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3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58544-6EFC-4319-575F-41CF6786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B5B052-2CDE-BD23-7A21-71905398B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3211BA-E7D7-3693-93C7-DDA43CEEC055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2A6159-BAF5-E0C8-B4B5-C415D68EA9A2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3694A3-5AE5-342B-306B-F64105E0D29D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70BF71-6A7D-E032-CC68-F5B91A0B5D08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01747F-78C9-192A-E0B3-BB8BE79EFEF1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F11095-1E4B-721B-2D2E-A6AE9C07FEF2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14B9EB-86D0-1A95-18F4-6EF135DA6543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C9B660E-DADE-3297-F523-480C57567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31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E0622D4-4400-A1E1-234A-33DF8035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86C7CEA-7003-C4E0-6B60-21B547DF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D8B625-CCCA-0501-F438-A869F8AA6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99E03-6BBD-CC22-3742-9CE525972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CCEEE7F-6A45-438C-4C03-6861A12681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64514" y="5033020"/>
            <a:ext cx="5652812" cy="35098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CF289D-A3C9-8D9D-61B1-6AE279EE7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F025CF-7BE1-8FDD-94B1-32E1F2A7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F8036D-B8E7-7487-153F-332A4069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0B072C-F36A-A04E-DE4D-EB8A67A96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FC4D76-81FB-ACCF-8977-8FEDAA98C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FEFD3E-5961-4845-219F-E001ECB39221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3A24E2-E454-BF9E-4DF9-7FF811781F11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5BA58C-3C07-33C7-1B6D-DFA6BDE81996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DF491F-6D6B-7C62-539B-C2873ECA5D8A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588E49-A916-DC61-AFE1-19648A522FBE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0C3479-63CA-CBA6-ACA2-ADE7FBECAE5E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DC5D7-2307-6000-B7B8-D8AA09E898A4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EF5D8E9-612D-681A-ED80-51B964A10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5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0A87B4F-7A57-E116-2C45-32B14FC88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57C644-FEBF-9113-5927-9768D8D0FA88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07479E8-DC92-2C2F-2918-38A097E1937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5C1430-9968-6D88-677F-2485BB14AA2D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16FD7B1-416E-CA00-31A7-5492FEF65339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F717F7-BA67-3DBB-2C1E-93DE9423B18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25C91A-E7D6-143F-8CBA-49C86F081711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BDCF05-9FAA-BE45-A86B-D65536E2DC65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27DD14-79B6-BFA6-0DE1-4745077AD6EB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1E6A46-72DD-4620-11AD-B24A46E2CD4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4740B9-0AFE-2A72-BAB4-CD9179B4E7B8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ADCE63-3A13-C0C7-34A8-AF40FE52F29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3163F3F-7C4F-CC6B-99BC-F04D03D6ECD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F35307-AB69-FFBC-107C-F809DFE913FA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92802A39-2259-D3B0-4A1A-54A6CD7C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50F919F-2672-E7CF-2330-1BB4B37D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B302DC-CB4C-F447-F2A9-EBB4049E6EC3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>
                <a:solidFill>
                  <a:schemeClr val="bg2"/>
                </a:solidFill>
                <a:latin typeface="+mn-lt"/>
              </a:rPr>
              <a:t>COLORADO STATE UNIVERSITY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3BEBA8-A74E-59F1-F08A-EAD38D908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8428" y="4690728"/>
            <a:ext cx="15373945" cy="3447098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A8625C-DB14-3811-4BC5-A841CB8E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80677" y="859265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5F2B96-FEAC-C8BC-F743-9E15196F8E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9028688"/>
            <a:ext cx="1537394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72AE4-7D75-438A-159A-A31D41A68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3F0980-7265-5C47-BE68-98BD261ED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4" name="Picture 3" descr="Colorado State University symbol">
            <a:extLst>
              <a:ext uri="{FF2B5EF4-FFF2-40B4-BE49-F238E27FC236}">
                <a16:creationId xmlns:a16="http://schemas.microsoft.com/office/drawing/2014/main" id="{0B078CBE-80BB-67EF-4C03-7DEBEC2CA6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74329DB-9EDD-8725-56C0-72C32669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75" name="Picture 74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30E7D063-4617-D2BD-9DE7-7C737655E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61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-Unit 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84C5DCFD-8E50-0E34-6511-17C6AF3AF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93CB56-B18F-AC2B-07FA-E327477319F1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EA4EAD-14FD-0B28-80CE-E58319CD5295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D85398-5510-C23C-4599-548EAB3C0372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023E23-4CF0-2687-7015-75045B5BC79E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CFA773-B3D3-CA22-E73B-2E187CE9110A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563EC6-526A-898E-1767-530D884EAC64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C1FAB3A-AEC6-1661-22DC-1A08925AC506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CA74DA-15F1-3C92-AC34-90D525C3E82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6D78D92-995C-D6A8-FF27-DF556469F0B9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ED26EE1-6D1D-C765-2643-A5B8D2CF106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56B6B76-27D4-A7B5-C6F2-231D8022824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3B34D3-83D6-C0FE-B940-F2777F520BE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9A497C-BE2A-8D40-9B83-F6EB98B5FDF9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A19627-FAD9-25D7-76F5-FEC1CE8C3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4C97F1-160B-3523-A33A-03C80EC7C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4E0F09-E3D8-9C0B-BA51-4A3E24948C73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>
                <a:solidFill>
                  <a:schemeClr val="tx2"/>
                </a:solidFill>
                <a:latin typeface="+mn-lt"/>
              </a:rPr>
              <a:t>COLORADO STATE UNIVERSITY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DF5909-0874-C1E4-DB2A-4D9CE2C3B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8428" y="4690727"/>
            <a:ext cx="15373945" cy="3447098"/>
          </a:xfrm>
        </p:spPr>
        <p:txBody>
          <a:bodyPr/>
          <a:lstStyle>
            <a:lvl1pPr>
              <a:defRPr sz="10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C35C91-82C3-FE75-6673-DD1E2B7CD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80677" y="859265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16160F8-ED25-9CFB-51DC-E266BD91B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9028688"/>
            <a:ext cx="1537394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B0AE0-E249-ED95-8E45-9A6ECFA10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353248-0DFE-5786-3EB4-38ECB701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1E2CC27-8417-974D-CB14-AE532B85A9E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184794" y="4589298"/>
            <a:ext cx="4901010" cy="354852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491971E-EC47-BAB2-F1BB-CF91536E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BFE76D5A-50D9-62AB-C9BD-7DCEA851529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 White-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827D8-037B-67B6-E470-24C4EA3B0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AF64147-AC62-13B4-0327-ABF4A8273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222DFC-24FC-8831-EF62-253FF27F134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17DE11-07BC-E1D1-9E6D-47221CB943F3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E064D-7495-CFAD-FD44-7D07D08BF42E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A259D5-4BA2-344D-7CD6-9521FD38264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70F941-C1E3-04C7-8791-F51F1F90D283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78D181-2ECC-0927-B878-85A844EE03B7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8B6AE7-2EB4-86A8-DF06-D0F86314C207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FC8CFD-9560-704F-A9BC-94BA43B7F844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DDC4ED-BEAA-08FD-0418-E374D22E2ACB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0D08A2-8B12-444C-27FD-E56E3B7C161B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75C9BE-6C24-522D-63D0-F993E7EEB8F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05D334-B427-8BD0-067F-53FA1B2116D6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7AF7D61-EB72-1FDE-47D9-AD867167FE46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FB3FD2F-2E9C-0F4D-5EAD-8C692AE00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6" y="3974900"/>
            <a:ext cx="14711631" cy="3447098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03ED0F-7778-A2B3-838F-5536A9E4E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29666" y="7858029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7AB9F9D-15F1-2422-D84E-6D469DDF9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9666" y="8294061"/>
            <a:ext cx="14711631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pic>
        <p:nvPicPr>
          <p:cNvPr id="37" name="Picture 36" descr="Colorado State University logo">
            <a:extLst>
              <a:ext uri="{FF2B5EF4-FFF2-40B4-BE49-F238E27FC236}">
                <a16:creationId xmlns:a16="http://schemas.microsoft.com/office/drawing/2014/main" id="{1FEEA0BE-133C-1EE9-31D3-7B0CF09578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448" y="11708526"/>
            <a:ext cx="7850640" cy="157012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6AF8EAE-6735-D2DA-7BBA-16DB495AC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skateboarder riding past a building">
            <a:extLst>
              <a:ext uri="{FF2B5EF4-FFF2-40B4-BE49-F238E27FC236}">
                <a16:creationId xmlns:a16="http://schemas.microsoft.com/office/drawing/2014/main" id="{FCE4C5C5-8A60-3965-F390-A74EE17C8D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" r="5435" b="53244"/>
          <a:stretch/>
        </p:blipFill>
        <p:spPr>
          <a:xfrm>
            <a:off x="17286479" y="1064129"/>
            <a:ext cx="7100695" cy="4941528"/>
          </a:xfrm>
          <a:prstGeom prst="rect">
            <a:avLst/>
          </a:prstGeom>
        </p:spPr>
      </p:pic>
      <p:pic>
        <p:nvPicPr>
          <p:cNvPr id="40" name="Picture 39" descr="A student looking into a microscope">
            <a:extLst>
              <a:ext uri="{FF2B5EF4-FFF2-40B4-BE49-F238E27FC236}">
                <a16:creationId xmlns:a16="http://schemas.microsoft.com/office/drawing/2014/main" id="{5C878159-DDC8-18FF-BA77-FF7660F78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" t="47094" r="5435" b="1"/>
          <a:stretch/>
        </p:blipFill>
        <p:spPr>
          <a:xfrm>
            <a:off x="17286478" y="6005657"/>
            <a:ext cx="7100695" cy="55913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2C5EAF-24B7-F4E1-3111-7FF762635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 Whit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EDBC3-9A91-D690-1AC9-E475123AA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799493-908E-625D-0010-E7C2953A2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ED895F-FA67-353C-C6DB-3621043D39C9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3B9374-91DD-832D-4778-A51EEE7C2FD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61AB87-E732-B49C-A2E4-8F3D003EF158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FC5D5F-177F-CEB6-E40D-F5875B28F922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7CC673-5799-2701-95E7-8DAE0F727F1E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B401D3-4A3F-1369-3599-F688F0AF67D5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FF837C-A5EC-B9F2-9F4B-B5F0DDD07717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1907AB-F08E-D4AF-6D89-D0A32CE06264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548600-A2F8-1888-1F29-F759B937358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4322D2-9A08-FDA4-8121-80B6137946C6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C7A6F4-5ACD-5CDA-216C-171E7D80613B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1C85F9-C5E3-96E2-E9B8-A14CBD3EAF25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65BDAB-6ED3-737E-ED91-7ECACB8B0101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2399E7-5542-1F5E-6E83-B801B2261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6" y="3974900"/>
            <a:ext cx="14711631" cy="3447098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9D5FFB-169B-62D7-DAF0-9A5168D9A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29666" y="7858029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A48D22B-DEEC-143E-1D31-4E59BE7CD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9666" y="8294061"/>
            <a:ext cx="14711631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5024EB-1A71-B0F2-4E39-21F6EAE59C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145970" y="11558727"/>
            <a:ext cx="7835470" cy="131221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H357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B5F49C-E824-C4BB-C807-C87C9BDC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996558" y="1065577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F83D9A80-0E80-281A-E99F-F92471A1767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292360" y="1064128"/>
            <a:ext cx="7102476" cy="425096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7FBBA56-1926-80C7-58E3-C4C49ACB14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292360" y="5315089"/>
            <a:ext cx="7102476" cy="62436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EBB3FD-4351-5139-40A1-638BAA79F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54" b="1375"/>
          <a:stretch/>
        </p:blipFill>
        <p:spPr>
          <a:xfrm>
            <a:off x="17275641" y="11560175"/>
            <a:ext cx="7111534" cy="21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0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776140-691A-A9D4-ECB6-9A007671B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070586" cy="8080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69F244-C8CA-9288-A22D-B4C0340C5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70587" y="0"/>
            <a:ext cx="7315002" cy="8080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erson in a white hat reading a book in a library&#10;&#10;Description automatically generated">
            <a:extLst>
              <a:ext uri="{FF2B5EF4-FFF2-40B4-BE49-F238E27FC236}">
                <a16:creationId xmlns:a16="http://schemas.microsoft.com/office/drawing/2014/main" id="{C5CCAA47-DA17-8285-750E-435ED4023B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" r="161" b="40013"/>
          <a:stretch/>
        </p:blipFill>
        <p:spPr>
          <a:xfrm>
            <a:off x="0" y="808074"/>
            <a:ext cx="9779879" cy="7743259"/>
          </a:xfrm>
          <a:prstGeom prst="rect">
            <a:avLst/>
          </a:prstGeom>
        </p:spPr>
      </p:pic>
      <p:pic>
        <p:nvPicPr>
          <p:cNvPr id="15" name="Picture 14" descr="Green duotone photo of The Oval at CSU">
            <a:extLst>
              <a:ext uri="{FF2B5EF4-FFF2-40B4-BE49-F238E27FC236}">
                <a16:creationId xmlns:a16="http://schemas.microsoft.com/office/drawing/2014/main" id="{60636B70-6D80-E6B4-A0AB-1FA37A1EE7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" t="59986" r="161"/>
          <a:stretch/>
        </p:blipFill>
        <p:spPr>
          <a:xfrm>
            <a:off x="0" y="8551333"/>
            <a:ext cx="9779879" cy="51651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F68099-713E-262D-9C2F-41D041CBC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5189" y="808075"/>
            <a:ext cx="318052" cy="129079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6E62C63B-24C9-E5A2-704B-B0DFF56BB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79898" y="4202783"/>
            <a:ext cx="12781375" cy="3139321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CA12811A-2E64-8B50-D74B-A49778FA08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9898" y="7834085"/>
            <a:ext cx="1278137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BE80CC-75E4-19D2-085B-A11BC80E4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1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453FC-0441-6339-5061-664B9E8AF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070586" cy="808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B1232C-F8A7-1F30-9E27-22B5ED5B2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70587" y="0"/>
            <a:ext cx="7315002" cy="8080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D29A660C-111B-2054-5D47-2BDBBE804C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6184" y="808074"/>
            <a:ext cx="9729004" cy="86756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8F846DE8-2EB1-0330-2196-E2554F6E77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9483724"/>
            <a:ext cx="9729004" cy="42322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35C0C-972C-4520-67CF-18EAFF177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5189" y="808075"/>
            <a:ext cx="318052" cy="129079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AB41D4B-99CA-CF76-F7B8-47081EDAD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79898" y="4202783"/>
            <a:ext cx="12781375" cy="3139321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907D6495-ABD1-CEE9-7021-6A5CD8B68B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9898" y="7834085"/>
            <a:ext cx="1278137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8AE2353-C2E6-3E6F-5583-DF7C0A326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3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0A87B4F-7A57-E116-2C45-32B14FC88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57C644-FEBF-9113-5927-9768D8D0FA88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07479E8-DC92-2C2F-2918-38A097E1937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5C1430-9968-6D88-677F-2485BB14AA2D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16FD7B1-416E-CA00-31A7-5492FEF65339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F717F7-BA67-3DBB-2C1E-93DE9423B18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25C91A-E7D6-143F-8CBA-49C86F081711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BDCF05-9FAA-BE45-A86B-D65536E2DC65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27DD14-79B6-BFA6-0DE1-4745077AD6EB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1E6A46-72DD-4620-11AD-B24A46E2CD4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4740B9-0AFE-2A72-BAB4-CD9179B4E7B8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ADCE63-3A13-C0C7-34A8-AF40FE52F29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3163F3F-7C4F-CC6B-99BC-F04D03D6ECD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F35307-AB69-FFBC-107C-F809DFE913FA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92802A39-2259-D3B0-4A1A-54A6CD7C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50F919F-2672-E7CF-2330-1BB4B37D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3AA952-0C7C-D384-ECA1-9F6FD4F55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404" y="3984445"/>
            <a:ext cx="12781375" cy="3139321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0B6D903-D6D9-E95F-7AEF-BBE59B0BF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04" y="7615747"/>
            <a:ext cx="1278137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72AE4-7D75-438A-159A-A31D41A68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3F0980-7265-5C47-BE68-98BD261ED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5B9E5C18-1C92-7803-DDA7-77DDBC2095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74329DB-9EDD-8725-56C0-72C32669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75" name="Picture 74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30E7D063-4617-D2BD-9DE7-7C737655E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FFE2DF-4195-F5AF-C13C-36CE7BF15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7140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084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84C5DCFD-8E50-0E34-6511-17C6AF3AF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93CB56-B18F-AC2B-07FA-E327477319F1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EA4EAD-14FD-0B28-80CE-E58319CD5295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D85398-5510-C23C-4599-548EAB3C0372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023E23-4CF0-2687-7015-75045B5BC79E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CFA773-B3D3-CA22-E73B-2E187CE9110A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563EC6-526A-898E-1767-530D884EAC64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C1FAB3A-AEC6-1661-22DC-1A08925AC506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CA74DA-15F1-3C92-AC34-90D525C3E82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6D78D92-995C-D6A8-FF27-DF556469F0B9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ED26EE1-6D1D-C765-2643-A5B8D2CF106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56B6B76-27D4-A7B5-C6F2-231D8022824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3B34D3-83D6-C0FE-B940-F2777F520BE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9A497C-BE2A-8D40-9B83-F6EB98B5FDF9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A19627-FAD9-25D7-76F5-FEC1CE8C3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4C97F1-160B-3523-A33A-03C80EC7C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77D9F0-19AB-8C54-BB91-2A8C7E397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404" y="3986954"/>
            <a:ext cx="12781375" cy="3139321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1EE2248E-7F37-648B-CC77-345582D199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04" y="7618256"/>
            <a:ext cx="12781375" cy="721288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B0AE0-E249-ED95-8E45-9A6ECFA10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353248-0DFE-5786-3EB4-38ECB701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43ECF808-D3BE-4641-8561-5991299CBE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491971E-EC47-BAB2-F1BB-CF91536E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BFE76D5A-50D9-62AB-C9BD-7DCEA851529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CD1A3F4-56E6-44A2-F6BA-77EC11C85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7140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5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CA485E-0E8B-9F15-5F04-03D336D7F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048"/>
          <a:stretch/>
        </p:blipFill>
        <p:spPr>
          <a:xfrm>
            <a:off x="1587" y="0"/>
            <a:ext cx="3889929" cy="137168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AED3097-84AA-5862-F8D0-BC7207A1C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49950" y="0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olorado State University symbol">
            <a:extLst>
              <a:ext uri="{FF2B5EF4-FFF2-40B4-BE49-F238E27FC236}">
                <a16:creationId xmlns:a16="http://schemas.microsoft.com/office/drawing/2014/main" id="{F146F9C0-7E8C-BFF4-F322-1B9DE073D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6" y="11592396"/>
            <a:ext cx="1446028" cy="1446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A24BEA-BB70-0A76-015A-8BFD7EB8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52" b="89458"/>
          <a:stretch/>
        </p:blipFill>
        <p:spPr>
          <a:xfrm>
            <a:off x="3891515" y="1"/>
            <a:ext cx="20495659" cy="144602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E4A518-5FA6-422E-78D3-21ABCD78F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340" y="2077755"/>
            <a:ext cx="17921045" cy="165109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EA90C6-8F52-877D-2151-41D9FA2F2E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6339" y="4010336"/>
            <a:ext cx="17921045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F596587-5715-BFF7-0FFD-2D41193E6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307C8-7062-4247-432A-F4259380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symbol">
            <a:extLst>
              <a:ext uri="{FF2B5EF4-FFF2-40B4-BE49-F238E27FC236}">
                <a16:creationId xmlns:a16="http://schemas.microsoft.com/office/drawing/2014/main" id="{D12D5377-6199-8F49-2CFD-D9431C0036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468" y="1348236"/>
            <a:ext cx="1446028" cy="144602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395FAC7-B012-3C90-E0FE-8D2DFAB15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470" y="3409600"/>
            <a:ext cx="21876635" cy="165109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DC5F9-E376-15D2-E4CF-2350E427D7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469" y="5342182"/>
            <a:ext cx="21876635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97D50F-C7A3-D938-FD4B-49B55C368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0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CB91771-9A35-C216-664E-38CB67BC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5333653" y="5501526"/>
            <a:ext cx="7129454" cy="2318844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7200"/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5333653" y="8214474"/>
            <a:ext cx="7129454" cy="695255"/>
          </a:xfrm>
        </p:spPr>
        <p:txBody>
          <a:bodyPr wrap="square">
            <a:spAutoFit/>
          </a:bodyPr>
          <a:lstStyle>
            <a:lvl1pPr marL="0" indent="0" algn="l">
              <a:lnSpc>
                <a:spcPct val="114000"/>
              </a:lnSpc>
              <a:buNone/>
              <a:defRPr/>
            </a:lvl1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 hasCustomPrompt="1"/>
          </p:nvPr>
        </p:nvSpPr>
        <p:spPr>
          <a:xfrm>
            <a:off x="2140721" y="2173027"/>
            <a:ext cx="12112761" cy="971417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A5CD19-1082-1512-97C9-96B79AEE0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-Mountai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C1413D-AA80-5916-E18A-87102AB43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458B6-0897-B08E-BD63-D027D512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5216"/>
          <a:stretch/>
        </p:blipFill>
        <p:spPr>
          <a:xfrm>
            <a:off x="1684359" y="11015330"/>
            <a:ext cx="21430822" cy="27015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A9E552-529E-77F4-951A-D05187C6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un shining over a forest&#10;&#10;Description automatically generated">
            <a:extLst>
              <a:ext uri="{FF2B5EF4-FFF2-40B4-BE49-F238E27FC236}">
                <a16:creationId xmlns:a16="http://schemas.microsoft.com/office/drawing/2014/main" id="{14518560-1601-CEE2-6EE7-1F6CB752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022"/>
          <a:stretch/>
        </p:blipFill>
        <p:spPr>
          <a:xfrm>
            <a:off x="17182214" y="0"/>
            <a:ext cx="7204961" cy="1371600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BDCB5DD4-D483-68BD-4F84-B2C9099F76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715" y="11547405"/>
            <a:ext cx="1446028" cy="14460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3139321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5B62-AEED-B85E-3FF6-57ED771FE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21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-Ov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C1413D-AA80-5916-E18A-87102AB43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458B6-0897-B08E-BD63-D027D512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5216"/>
          <a:stretch/>
        </p:blipFill>
        <p:spPr>
          <a:xfrm>
            <a:off x="1684359" y="11015330"/>
            <a:ext cx="21430822" cy="27015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5EE25A-A459-3620-F240-4DFA54D6D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ow of trees on a road&#10;&#10;Description automatically generated">
            <a:extLst>
              <a:ext uri="{FF2B5EF4-FFF2-40B4-BE49-F238E27FC236}">
                <a16:creationId xmlns:a16="http://schemas.microsoft.com/office/drawing/2014/main" id="{AC942C72-8EC5-C087-939D-9BC6B550B6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34"/>
          <a:stretch/>
        </p:blipFill>
        <p:spPr>
          <a:xfrm>
            <a:off x="17166651" y="1"/>
            <a:ext cx="7218938" cy="13715999"/>
          </a:xfrm>
          <a:prstGeom prst="rect">
            <a:avLst/>
          </a:prstGeom>
        </p:spPr>
      </p:pic>
      <p:pic>
        <p:nvPicPr>
          <p:cNvPr id="8" name="Picture 7" descr="Colorado State University symbol">
            <a:extLst>
              <a:ext uri="{FF2B5EF4-FFF2-40B4-BE49-F238E27FC236}">
                <a16:creationId xmlns:a16="http://schemas.microsoft.com/office/drawing/2014/main" id="{34E038AC-1AE3-ED73-7036-C6CAB00FAF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715" y="11547405"/>
            <a:ext cx="1446028" cy="14460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3139321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42F9FFF-7EB1-A7DB-B013-A716B683F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57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866178-CBCD-77EF-8FAB-1F3C49A75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B7A48FE2-579B-81DF-FD0F-99223BB771E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82214" y="0"/>
            <a:ext cx="7170578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CAAFB-2C9A-D0BB-FC1C-BBDD98ACF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31528"/>
          <a:stretch/>
        </p:blipFill>
        <p:spPr>
          <a:xfrm>
            <a:off x="1684359" y="11015330"/>
            <a:ext cx="15014450" cy="2701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82DB31-56E1-FB99-975F-6A13C48A2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3139321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2878-7E9A-81E8-7BD4-EA17ADD9C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111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94647" y="5007189"/>
            <a:ext cx="17197884" cy="1651093"/>
          </a:xfrm>
          <a:prstGeom prst="rect">
            <a:avLst/>
          </a:prstGeom>
        </p:spPr>
        <p:txBody>
          <a:bodyPr vert="horz" wrap="square" lIns="91440" tIns="91440" rIns="91440" bIns="91440" rtlCol="0" anchor="ctr" anchorCtr="0"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“Quote”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2027ED-012B-7407-85EE-A5994FEE1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2649202"/>
            <a:ext cx="7384308" cy="1066798"/>
            <a:chOff x="0" y="568749"/>
            <a:chExt cx="7384308" cy="11916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6BD615-3100-6B0D-80AF-6148FF436E62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AB864A-DFC1-8ACE-87E4-E92DA290916C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CAA52F-343B-3FE3-30E3-295C4517EB1E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DB2290-3E87-EBEE-B7C5-B036F1C77117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FFB4E1-F274-B073-8E7E-CB2544A6D761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2F0147-429D-9A58-82F4-19D9B4664D4E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891A34-14D2-ADB6-1169-740DA5910940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09C2B3-142D-5E44-1175-183720B6E55A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945597-6F58-A8E5-A24B-B3C67DA5490A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207D62-8D62-B822-1E45-17C921014CC7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A9CCBA-B6CB-7D13-11F8-8B53466883D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55400-2F92-5A7A-37B5-17CD27C2DC7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FE0A2EF-4B95-657F-0869-CC36FA292DB5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2A8B82-B1AD-9FF9-67E7-3FDE201E7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12647754"/>
            <a:ext cx="17002867" cy="106412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672AE2E-C5C4-44D6-2A12-46A2082FB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rgbClr val="000000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04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-Color B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2440F7-CED7-BA5A-F03A-60FEE65F9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9CFA67-6F27-DC17-19C2-9CAB7BCE3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5448" y="1984097"/>
            <a:ext cx="20507810" cy="1651093"/>
          </a:xfrm>
        </p:spPr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2605448" y="4274156"/>
            <a:ext cx="6075728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9821489" y="4274156"/>
            <a:ext cx="6075728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17037530" y="4274156"/>
            <a:ext cx="6075728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8697D4B-8432-9C6E-B48E-E03539E4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-Sideba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67D14-DC84-37FE-9353-9AFB12EA1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048"/>
          <a:stretch/>
        </p:blipFill>
        <p:spPr>
          <a:xfrm>
            <a:off x="1587" y="0"/>
            <a:ext cx="3889929" cy="13716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38DA7F-E3F5-8F2E-74C2-ED9978E0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49950" y="0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olorado State University symbol">
            <a:extLst>
              <a:ext uri="{FF2B5EF4-FFF2-40B4-BE49-F238E27FC236}">
                <a16:creationId xmlns:a16="http://schemas.microsoft.com/office/drawing/2014/main" id="{E74486EA-1727-AA76-BCAA-5245CDDF5B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6" y="11592396"/>
            <a:ext cx="1446028" cy="1446028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B10D2022-1C46-B33B-9D3B-B229B82C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9875" y="610860"/>
            <a:ext cx="18136812" cy="1651093"/>
          </a:xfrm>
        </p:spPr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5169876" y="2923224"/>
            <a:ext cx="5428021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11524271" y="2923224"/>
            <a:ext cx="5428021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17878666" y="2923224"/>
            <a:ext cx="5428021" cy="855427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2F58C89-8A08-333D-6958-95A00A0BA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55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5904649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CB5CA8-1D33-D57A-0D5B-9F0C565ED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79" t="10488"/>
          <a:stretch/>
        </p:blipFill>
        <p:spPr>
          <a:xfrm rot="10800000">
            <a:off x="16138571" y="0"/>
            <a:ext cx="8248604" cy="1371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B33A28-D647-6609-0C80-6EA99E415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904649" y="-2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6873773" y="6858000"/>
            <a:ext cx="6778200" cy="695255"/>
          </a:xfr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873773" y="5246522"/>
            <a:ext cx="6778200" cy="933849"/>
          </a:xfrm>
          <a:prstGeom prst="rect">
            <a:avLst/>
          </a:prstGeom>
        </p:spPr>
        <p:txBody>
          <a:bodyPr vert="horz" wrap="square" lIns="101858" tIns="50929" rIns="101858" bIns="50929" rtlCol="0" anchor="b" anchorCtr="0">
            <a:spAutoFit/>
          </a:bodyPr>
          <a:lstStyle>
            <a:lvl1pPr algn="ctr"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3C1988-8971-9C59-BDE8-BC869EA85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9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A584C64-A914-822E-A0BB-375E897C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191645" cy="3962400"/>
            <a:chOff x="23195532" y="179377"/>
            <a:chExt cx="1191645" cy="39529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1BE646-2679-41E3-CEB5-2DD4A90CE1C6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082E90-8AC0-2284-E1DB-33E0BDA450B6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DA3119-45E8-4CA2-315E-F2CF9CBE15CE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AD474F-9AA3-103A-C4A9-09C689687EE1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1CED52-3D32-5A87-9350-1D2CB3612122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C670C8-1DCB-9B2F-3719-8994E2876370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3FA346-5A9F-773A-7320-A028253E30BF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71B610E-3267-1CA7-77AC-581280028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39071"/>
          <a:stretch/>
        </p:blipFill>
        <p:spPr>
          <a:xfrm>
            <a:off x="0" y="3962400"/>
            <a:ext cx="1191643" cy="9753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391DFD-1F77-AEF7-99E8-EB336BCE8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91643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98030" y="1715201"/>
            <a:ext cx="8581832" cy="3139321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98029" y="5386343"/>
            <a:ext cx="8581830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12036056" y="0"/>
            <a:ext cx="12351120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5BA60A1-0A69-8625-4064-E44722C49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8111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9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2B293C-E279-D262-62FF-DE9F18B37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82698" y="1715201"/>
            <a:ext cx="8581832" cy="3139321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4E5CF8-AF7E-5C3B-AE0F-2A8EB21265A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82701" y="5386343"/>
            <a:ext cx="8581830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7CA2E77-0C7A-35BA-F020-60D736EB44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626499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56F39-2B84-2999-54DF-64863396D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120733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AED01-6C6A-C36B-3B7D-03A91FE39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82"/>
          <a:stretch/>
        </p:blipFill>
        <p:spPr>
          <a:xfrm>
            <a:off x="22470927" y="0"/>
            <a:ext cx="1916247" cy="8547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79910A-43DD-1C44-0141-B0B9F57F9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470928" y="8542870"/>
            <a:ext cx="1916247" cy="5173130"/>
          </a:xfrm>
          <a:prstGeom prst="rect">
            <a:avLst/>
          </a:prstGeom>
          <a:solidFill>
            <a:srgbClr val="006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CB3283F-B7C5-4D58-F734-965D9263C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7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Bottom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5EE7A8-CE53-9E0E-CB2D-27FFBA3B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1295528"/>
            <a:ext cx="11866555" cy="2420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AB5C39-6DBF-F77D-92A5-B8FEF05F2567}"/>
              </a:ext>
            </a:extLst>
          </p:cNvPr>
          <p:cNvSpPr/>
          <p:nvPr userDrawn="1"/>
        </p:nvSpPr>
        <p:spPr>
          <a:xfrm>
            <a:off x="11866554" y="11295529"/>
            <a:ext cx="12520620" cy="2420471"/>
          </a:xfrm>
          <a:prstGeom prst="rect">
            <a:avLst/>
          </a:prstGeom>
          <a:solidFill>
            <a:srgbClr val="006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724" y="11743593"/>
            <a:ext cx="22973728" cy="1333959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4387175" cy="1129552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E06C1A-BE66-6D39-BB1E-3ACF85574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3C97C-4922-CFA8-2692-28A33BDE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76" r="86450"/>
          <a:stretch/>
        </p:blipFill>
        <p:spPr>
          <a:xfrm>
            <a:off x="0" y="-893"/>
            <a:ext cx="1359243" cy="137168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6AFC4A-24B4-F991-4FE8-5F2430532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59243" y="-893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827084" y="0"/>
            <a:ext cx="22560091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A53C57-585A-C862-A030-6CF433556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4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352C01-CF06-B681-184A-FAE5A6ECB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2649202"/>
            <a:ext cx="7384308" cy="1066798"/>
            <a:chOff x="0" y="568749"/>
            <a:chExt cx="7384308" cy="119164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95E2CB-20FB-92B4-7A63-AD12348A4E2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C85ADF-891A-E3CE-2A39-4F645BC1CD1D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E6FDF2-B195-6F0E-C775-3E75B03A7960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659CA4-F22D-5CB5-4F52-1120A3B0163F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FC27C3-B913-BD6A-2121-452EDFFA334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7F1EFD-0724-26BE-BEA4-E006100A061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1369B6-79CB-1FE0-44F1-A079EB772348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0CCF14-934C-2F45-E299-EADABD572E15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F02125-91FB-5BD9-B947-33A245C1AB2B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8BF4F0-1BAD-2261-9678-45CC4F8C4B0D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EEE461-0455-13A9-7AF9-6DF7BC0B5E78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AA87AA-5EC1-0A64-9BDC-3C9B3892CA61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AB6F20-A900-3B90-DBCD-94880C4C6CA8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5559F08-43EE-41A4-7125-5A6E16B11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12647754"/>
            <a:ext cx="17002867" cy="106412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4715335-D174-E71B-741C-712D7BBAF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rgbClr val="000000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BE7D36-222D-8293-06F9-02F1BC446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19C00B1-75B9-D48E-7592-19E77953A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 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m with a leather halter&#10;&#10;Description automatically generated">
            <a:extLst>
              <a:ext uri="{FF2B5EF4-FFF2-40B4-BE49-F238E27FC236}">
                <a16:creationId xmlns:a16="http://schemas.microsoft.com/office/drawing/2014/main" id="{AF5630CA-CE85-8E94-7F94-DDB28DF99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logo">
            <a:extLst>
              <a:ext uri="{FF2B5EF4-FFF2-40B4-BE49-F238E27FC236}">
                <a16:creationId xmlns:a16="http://schemas.microsoft.com/office/drawing/2014/main" id="{1B6E8884-AC6A-78D6-0B43-26616F2549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06313" y="1473762"/>
            <a:ext cx="5296464" cy="346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832BF-CDCD-C36C-3D8E-F4CBCB8D76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29677" y="6413112"/>
            <a:ext cx="7649736" cy="165109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482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 End-Nam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m with a leather halter&#10;&#10;Description automatically generated">
            <a:extLst>
              <a:ext uri="{FF2B5EF4-FFF2-40B4-BE49-F238E27FC236}">
                <a16:creationId xmlns:a16="http://schemas.microsoft.com/office/drawing/2014/main" id="{AF5630CA-CE85-8E94-7F94-DDB28DF99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logo">
            <a:extLst>
              <a:ext uri="{FF2B5EF4-FFF2-40B4-BE49-F238E27FC236}">
                <a16:creationId xmlns:a16="http://schemas.microsoft.com/office/drawing/2014/main" id="{1B6E8884-AC6A-78D6-0B43-26616F2549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06312" y="1473762"/>
            <a:ext cx="5296464" cy="346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00FED6-ACDF-A229-AA14-0BB8A6ED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05069" y="6413112"/>
            <a:ext cx="7498947" cy="1015663"/>
          </a:xfrm>
        </p:spPr>
        <p:txBody>
          <a:bodyPr/>
          <a:lstStyle>
            <a:lvl1pPr algn="ctr">
              <a:defRPr sz="5400"/>
            </a:lvl1pPr>
          </a:lstStyle>
          <a:p>
            <a:r>
              <a:rPr lang="en-US" dirty="0"/>
              <a:t>Presented by: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0D62115-B299-FBCF-3FCD-BE332DB652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05070" y="7773561"/>
            <a:ext cx="7498947" cy="2776209"/>
          </a:xfrm>
        </p:spPr>
        <p:txBody>
          <a:bodyPr wrap="square">
            <a:spAutoFit/>
          </a:bodyPr>
          <a:lstStyle>
            <a:lvl1pPr marL="0" indent="0" algn="ctr">
              <a:buNone/>
              <a:defRPr sz="3200" b="0" spc="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contact info</a:t>
            </a:r>
          </a:p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</p:spTree>
    <p:extLst>
      <p:ext uri="{BB962C8B-B14F-4D97-AF65-F5344CB8AC3E}">
        <p14:creationId xmlns:p14="http://schemas.microsoft.com/office/powerpoint/2010/main" val="340653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End-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12377C-37CB-D156-A059-40B7B186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A8FAB7-7FC1-928E-5427-3DA03526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A4D03-2C99-4E42-AE03-489907E1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FE05E-6413-869C-B146-56D470DE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olorado State University logo">
            <a:extLst>
              <a:ext uri="{FF2B5EF4-FFF2-40B4-BE49-F238E27FC236}">
                <a16:creationId xmlns:a16="http://schemas.microsoft.com/office/drawing/2014/main" id="{88E6F6F7-1DA3-89DD-7179-C39DAC639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3038" y="5125206"/>
            <a:ext cx="5296465" cy="3465588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1C51E8C0-A960-CF8E-9E76-C4F479A0D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6741655"/>
            <a:ext cx="11950263" cy="1815882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25D5DD-F3EC-F94F-7CD0-3D872F132B51}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30E220-B1FD-A0BB-DE0C-BA85A05457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199"/>
            <a:ext cx="11950262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DD767-C628-3A6F-97BD-9FFF02CA2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FCD3E1-DC76-37A2-36F0-EAA00D96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587AE-9BBD-840C-D85E-5B6B4ADBC30D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D19AD4-890F-F1F4-8B61-7F1743B4F6EA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1CADE-A0BE-763B-B0D4-DF84354C7881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A95A34-7E24-90F5-057A-DF9E87C66D4F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F0090-A7E2-89EE-E302-3A002D09B76F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406FAC-C9F5-2196-6685-FBF50AC240C7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FB0E4D-5BDF-2F0F-402C-F6C2FA743D5A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A523F13-2585-E0CF-B408-841087C1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End-Unit 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12377C-37CB-D156-A059-40B7B186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A8FAB7-7FC1-928E-5427-3DA03526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A4D03-2C99-4E42-AE03-489907E1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FE05E-6413-869C-B146-56D470DE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DD767-C628-3A6F-97BD-9FFF02CA2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FCD3E1-DC76-37A2-36F0-EAA00D96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587AE-9BBD-840C-D85E-5B6B4ADBC30D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D19AD4-890F-F1F4-8B61-7F1743B4F6EA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1CADE-A0BE-763B-B0D4-DF84354C7881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A95A34-7E24-90F5-057A-DF9E87C66D4F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F0090-A7E2-89EE-E302-3A002D09B76F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406FAC-C9F5-2196-6685-FBF50AC240C7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FB0E4D-5BDF-2F0F-402C-F6C2FA743D5A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A523F13-2585-E0CF-B408-841087C1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7B871660-E258-EA73-D579-547EDF741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6741655"/>
            <a:ext cx="11950263" cy="1815882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A43E7A-35ED-91E3-9474-4044D7B529F9}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FF432A-71A0-AEB2-CD70-56E9AE449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199"/>
            <a:ext cx="11950262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4F121D8-5E9A-E98E-0916-94DC95ABE93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64514" y="5033020"/>
            <a:ext cx="5652812" cy="35098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9554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2FE1179-060A-3D27-82A8-FF922A9D2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785700-D940-CF08-D71C-0DC555C6C81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FDE0A4-8993-7F70-FA2B-E75D9592E1E8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359DB4F-63BF-4EFA-7266-F5478622B335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375E74-E1A5-397E-A084-12FE5D3832DF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EA5C0FD-8892-4023-7176-401F72F5E9D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0D614D3-0E10-A5E6-F530-292B871792E2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12C8BD7-2A00-4A58-C7C4-FFB5A16E0C4E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62DFCC3-5056-E910-1AA7-8A6E8706840D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FB788D6-F6E7-69DC-7B47-16066874EF93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859C435-DF2E-74C7-556C-431C40B06EE0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D394DE6-7BFA-0171-D496-99E4ECABB412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F96C6D8-A646-6360-20C5-A538D8D4CACB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73EEC1F-BB73-8C7F-1E19-DA55DEA55E31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1B8CB2C-B1F8-C181-BD5D-282E6F2D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EE40D1-9264-E204-E475-6BCFCC6A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4E991-74E6-5E5A-DB83-5DB4589E219D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>
                <a:solidFill>
                  <a:schemeClr val="bg2"/>
                </a:solidFill>
                <a:latin typeface="+mn-lt"/>
              </a:rPr>
              <a:t>COLORADO STATE UNIVERSITY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E9B5D57-54A9-7F8C-2F46-55114B41E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667" y="5210924"/>
            <a:ext cx="15371706" cy="1814343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6EB418-AFEE-75E8-353E-C03A1972B6BA}"/>
              </a:ext>
            </a:extLst>
          </p:cNvPr>
          <p:cNvCxnSpPr/>
          <p:nvPr userDrawn="1"/>
        </p:nvCxnSpPr>
        <p:spPr>
          <a:xfrm>
            <a:off x="1680677" y="746839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A90964D-CC75-6EDC-5E39-27DFBA10B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7904428"/>
            <a:ext cx="15373945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C5AF0E-C6B4-8DAF-0272-0E12C0E01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4EF3703-4192-DD20-BD1B-BFF64EE70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65" name="Picture 64" descr="Colorado State University symbol">
            <a:extLst>
              <a:ext uri="{FF2B5EF4-FFF2-40B4-BE49-F238E27FC236}">
                <a16:creationId xmlns:a16="http://schemas.microsoft.com/office/drawing/2014/main" id="{87C71800-8C64-3F11-5C45-70B4426F14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7F5A11D-0DB0-C073-C7F1-646999C2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59" name="Picture 58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2B4B4E82-B71D-5E67-0D28-5C4110BEE5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25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-Unit 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FD7D883-B270-F549-2559-D5B13B803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CAA24E-5D7E-37A6-0358-2053450C88EC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B60F00-2138-4957-6D9C-CB8EECCA6A32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C94719-6E1A-861F-5A89-2B0C32086C71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B66F7D-4AC1-1695-71BE-42953E420523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F0055D-678D-02E2-B9A2-22E310559638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A159A4-A164-78DE-9C64-DB3DDD80759B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0515D4-FC0C-F60E-FFBA-C564ED6C31CC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E71664-C0E2-BBEF-01C7-C18F330D1B8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E15457-23F9-1462-17FD-D370604D2B2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379B63E-2F05-7771-8B5A-CD4F5C5775DF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60FA36-18EB-440D-66A1-2DA65C58A108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EE73CC-883D-5DDA-8E53-A52D44D3F35F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F89C42-E7C2-EF90-0EB9-65EBD0AAEFC7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0A2CF78-6DF9-46D2-E3BE-B3129B784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A964AB-F4DE-6C73-1553-B34261756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70867-B712-9586-12B8-A508F5AD89AE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>
                <a:solidFill>
                  <a:schemeClr val="bg2"/>
                </a:solidFill>
                <a:latin typeface="+mn-lt"/>
              </a:rPr>
              <a:t>COLORADO STATE UNIVERSITY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51D96B2-D307-B41F-488C-8D20526E9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667" y="5210924"/>
            <a:ext cx="15371706" cy="1814343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6EB418-AFEE-75E8-353E-C03A1972B6BA}"/>
              </a:ext>
            </a:extLst>
          </p:cNvPr>
          <p:cNvCxnSpPr/>
          <p:nvPr userDrawn="1"/>
        </p:nvCxnSpPr>
        <p:spPr>
          <a:xfrm>
            <a:off x="1680677" y="746839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A90964D-CC75-6EDC-5E39-27DFBA10B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7904428"/>
            <a:ext cx="15373945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C12B0-8979-9846-9D7C-586F9FFE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19B56A-0878-3613-5140-FDCEF5781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5DAD25-4FAB-CFBA-CB12-A4018C1A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CCA1A5C8-CE3D-9DDD-E962-CBF30AD216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D6849-15DF-0402-B46E-CADC46EF300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184794" y="4589298"/>
            <a:ext cx="4901010" cy="354852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4035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 Whit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7CB740-2652-06EA-4C66-40652C715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046AC8-DA72-C01A-0BA2-1044ADF16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0A003C-8597-5C2A-FEAD-5F6DD776855A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D8B7DD-60DD-7BC0-2790-7041D7A427C7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ADF33-B57A-5C56-7370-EA81B1A8B80A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10E03-07A7-D667-8F6B-C0CE97D176D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2AC8BB-8F7D-31EF-A23A-403902D6FCCF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1C9CD9-87A0-5C1E-A4B7-C62DBEDCE25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1C7E4-430F-7154-382D-E456A28DCCEB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273BBC-9D32-45EB-3BB9-60AF8CDED1F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DF5F6C-6598-CF4A-A3BF-2A4793E69101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3A7B9-6406-FA34-CB33-5AA9018B530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391F33-105F-F2CC-3F5E-99FB47447420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F77B8-D938-C5E1-61CC-8EE93D95B50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2F4232-7F4A-773E-0936-295B0EDD8702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B7AEF9-C019-9408-AE70-BF317347D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A5E7FE-8D4F-CDF0-2382-C7356003C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  <p:sp>
        <p:nvSpPr>
          <p:cNvPr id="20" name="Title 3">
            <a:extLst>
              <a:ext uri="{FF2B5EF4-FFF2-40B4-BE49-F238E27FC236}">
                <a16:creationId xmlns:a16="http://schemas.microsoft.com/office/drawing/2014/main" id="{EF90869F-30B6-3341-4303-FCC0E679F4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4" y="4281828"/>
            <a:ext cx="14711630" cy="1814343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B0D20F-F3A0-591D-DC44-7DF74C18AA0E}"/>
              </a:ext>
            </a:extLst>
          </p:cNvPr>
          <p:cNvCxnSpPr/>
          <p:nvPr userDrawn="1"/>
        </p:nvCxnSpPr>
        <p:spPr>
          <a:xfrm>
            <a:off x="1129666" y="6604342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Colorado State University logo">
            <a:extLst>
              <a:ext uri="{FF2B5EF4-FFF2-40B4-BE49-F238E27FC236}">
                <a16:creationId xmlns:a16="http://schemas.microsoft.com/office/drawing/2014/main" id="{0AC6BB0B-CF97-DC35-C2F8-4B56E77157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448" y="11708526"/>
            <a:ext cx="7850640" cy="1570128"/>
          </a:xfrm>
          <a:prstGeom prst="rect">
            <a:avLst/>
          </a:prstGeom>
        </p:spPr>
      </p:pic>
      <p:pic>
        <p:nvPicPr>
          <p:cNvPr id="24" name="Picture 23" descr="A skateboarder riding past a building">
            <a:extLst>
              <a:ext uri="{FF2B5EF4-FFF2-40B4-BE49-F238E27FC236}">
                <a16:creationId xmlns:a16="http://schemas.microsoft.com/office/drawing/2014/main" id="{C514C1F5-F327-137A-EB9B-C8FD50725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-1" r="5435" b="53244"/>
          <a:stretch/>
        </p:blipFill>
        <p:spPr>
          <a:xfrm>
            <a:off x="17286479" y="1064129"/>
            <a:ext cx="7100695" cy="4941528"/>
          </a:xfrm>
          <a:prstGeom prst="rect">
            <a:avLst/>
          </a:prstGeom>
        </p:spPr>
      </p:pic>
      <p:pic>
        <p:nvPicPr>
          <p:cNvPr id="25" name="Picture 24" descr="A student looking into a microscope">
            <a:extLst>
              <a:ext uri="{FF2B5EF4-FFF2-40B4-BE49-F238E27FC236}">
                <a16:creationId xmlns:a16="http://schemas.microsoft.com/office/drawing/2014/main" id="{343BBA91-537D-66E4-E63F-D3D9E3E300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-1" t="47094" r="5435" b="1"/>
          <a:stretch/>
        </p:blipFill>
        <p:spPr>
          <a:xfrm>
            <a:off x="17286478" y="6005657"/>
            <a:ext cx="7100695" cy="5591355"/>
          </a:xfrm>
          <a:prstGeom prst="rect">
            <a:avLst/>
          </a:prstGeom>
        </p:spPr>
      </p:pic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BED6F523-D22A-598B-A5A0-BA376AEE27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665" y="7028503"/>
            <a:ext cx="14711630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</p:spTree>
    <p:extLst>
      <p:ext uri="{BB962C8B-B14F-4D97-AF65-F5344CB8AC3E}">
        <p14:creationId xmlns:p14="http://schemas.microsoft.com/office/powerpoint/2010/main" val="13036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 Whit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7CB740-2652-06EA-4C66-40652C715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046AC8-DA72-C01A-0BA2-1044ADF16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0A003C-8597-5C2A-FEAD-5F6DD776855A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D8B7DD-60DD-7BC0-2790-7041D7A427C7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ADF33-B57A-5C56-7370-EA81B1A8B80A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10E03-07A7-D667-8F6B-C0CE97D176D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2AC8BB-8F7D-31EF-A23A-403902D6FCCF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1C9CD9-87A0-5C1E-A4B7-C62DBEDCE25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1C7E4-430F-7154-382D-E456A28DCCEB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273BBC-9D32-45EB-3BB9-60AF8CDED1F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DF5F6C-6598-CF4A-A3BF-2A4793E69101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3A7B9-6406-FA34-CB33-5AA9018B530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391F33-105F-F2CC-3F5E-99FB47447420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F77B8-D938-C5E1-61CC-8EE93D95B50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2F4232-7F4A-773E-0936-295B0EDD8702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B7AEF9-C019-9408-AE70-BF317347D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A5E7FE-8D4F-CDF0-2382-C7356003C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  <p:sp>
        <p:nvSpPr>
          <p:cNvPr id="23" name="Title 3">
            <a:extLst>
              <a:ext uri="{FF2B5EF4-FFF2-40B4-BE49-F238E27FC236}">
                <a16:creationId xmlns:a16="http://schemas.microsoft.com/office/drawing/2014/main" id="{28680960-077E-5C2B-520B-8C0FB6A7AF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4" y="4281828"/>
            <a:ext cx="14711630" cy="1814343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B0D20F-F3A0-591D-DC44-7DF74C18AA0E}"/>
              </a:ext>
            </a:extLst>
          </p:cNvPr>
          <p:cNvCxnSpPr/>
          <p:nvPr userDrawn="1"/>
        </p:nvCxnSpPr>
        <p:spPr>
          <a:xfrm>
            <a:off x="1129666" y="6604342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BED6F523-D22A-598B-A5A0-BA376AEE27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665" y="7028503"/>
            <a:ext cx="14711630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94BC0029-207A-599D-0EB1-F757DBB6EBF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145970" y="11558727"/>
            <a:ext cx="7835470" cy="131221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H357</a:t>
            </a:r>
            <a:br>
              <a:rPr lang="en-US" dirty="0"/>
            </a:br>
            <a:r>
              <a:rPr lang="en-US" dirty="0"/>
              <a:t>Unit </a:t>
            </a:r>
            <a:r>
              <a:rPr lang="en-US"/>
              <a:t>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9250BA-189E-5F30-4708-6D61E265E7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292360" y="1064128"/>
            <a:ext cx="7102476" cy="425096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E1078A91-EAFC-469D-48CD-9EBEFE6AA90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292360" y="5315089"/>
            <a:ext cx="7102476" cy="62436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36087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8513" y="1727870"/>
            <a:ext cx="22170156" cy="1661993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8511" y="4390382"/>
            <a:ext cx="22170156" cy="5458507"/>
          </a:xfrm>
          <a:prstGeom prst="rect">
            <a:avLst/>
          </a:prstGeom>
        </p:spPr>
        <p:txBody>
          <a:bodyPr vert="horz" lIns="91440" tIns="91440" rIns="91440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73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65" r:id="rId3"/>
    <p:sldLayoutId id="2147483678" r:id="rId4"/>
    <p:sldLayoutId id="2147483690" r:id="rId5"/>
    <p:sldLayoutId id="2147483689" r:id="rId6"/>
    <p:sldLayoutId id="2147483679" r:id="rId7"/>
    <p:sldLayoutId id="2147483649" r:id="rId8"/>
    <p:sldLayoutId id="2147483666" r:id="rId9"/>
    <p:sldLayoutId id="2147483694" r:id="rId10"/>
    <p:sldLayoutId id="2147483695" r:id="rId11"/>
    <p:sldLayoutId id="2147483683" r:id="rId12"/>
    <p:sldLayoutId id="2147483698" r:id="rId13"/>
    <p:sldLayoutId id="2147483670" r:id="rId14"/>
    <p:sldLayoutId id="2147483668" r:id="rId15"/>
    <p:sldLayoutId id="2147483697" r:id="rId16"/>
    <p:sldLayoutId id="2147483696" r:id="rId17"/>
    <p:sldLayoutId id="2147483687" r:id="rId18"/>
    <p:sldLayoutId id="2147483688" r:id="rId19"/>
    <p:sldLayoutId id="2147483700" r:id="rId20"/>
    <p:sldLayoutId id="2147483669" r:id="rId21"/>
    <p:sldLayoutId id="2147483650" r:id="rId22"/>
    <p:sldLayoutId id="2147483686" r:id="rId23"/>
    <p:sldLayoutId id="2147483661" r:id="rId24"/>
    <p:sldLayoutId id="2147483680" r:id="rId25"/>
    <p:sldLayoutId id="2147483691" r:id="rId26"/>
    <p:sldLayoutId id="2147483681" r:id="rId27"/>
    <p:sldLayoutId id="2147483682" r:id="rId28"/>
    <p:sldLayoutId id="2147483677" r:id="rId29"/>
    <p:sldLayoutId id="2147483699" r:id="rId30"/>
    <p:sldLayoutId id="2147483692" r:id="rId31"/>
    <p:sldLayoutId id="2147483701" r:id="rId32"/>
    <p:sldLayoutId id="2147483702" r:id="rId33"/>
    <p:sldLayoutId id="2147483703" r:id="rId34"/>
    <p:sldLayoutId id="2147483672" r:id="rId35"/>
    <p:sldLayoutId id="2147483704" r:id="rId36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1234609" rtl="0" eaLnBrk="1" latinLnBrk="0" hangingPunct="1">
        <a:spcBef>
          <a:spcPct val="0"/>
        </a:spcBef>
        <a:buNone/>
        <a:defRPr sz="9600" kern="1200">
          <a:solidFill>
            <a:schemeClr val="tx2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925959" indent="-925959" algn="l" defTabSz="1234609" rtl="0" eaLnBrk="1" latinLnBrk="0" hangingPunct="1">
        <a:lnSpc>
          <a:spcPct val="120000"/>
        </a:lnSpc>
        <a:spcBef>
          <a:spcPts val="1059"/>
        </a:spcBef>
        <a:spcAft>
          <a:spcPts val="1059"/>
        </a:spcAft>
        <a:buFont typeface="Arial"/>
        <a:buChar char="•"/>
        <a:defRPr sz="32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1pPr>
      <a:lvl2pPr marL="2006243" indent="-77163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–"/>
        <a:defRPr sz="28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2pPr>
      <a:lvl3pPr marL="3086531" indent="-61730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•"/>
        <a:defRPr sz="28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3pPr>
      <a:lvl4pPr marL="4321141" indent="-61730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–"/>
        <a:defRPr sz="28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4pPr>
      <a:lvl5pPr marL="5555756" indent="-617304" algn="l" defTabSz="1234609" rtl="0" eaLnBrk="1" latinLnBrk="0" hangingPunct="1">
        <a:spcBef>
          <a:spcPct val="20000"/>
        </a:spcBef>
        <a:buFont typeface="Arial"/>
        <a:buChar char="»"/>
        <a:defRPr sz="2908" b="0" kern="1200">
          <a:solidFill>
            <a:schemeClr val="accent6">
              <a:lumMod val="75000"/>
            </a:schemeClr>
          </a:solidFill>
          <a:latin typeface="Franklin Gothic Book" charset="0"/>
          <a:ea typeface="Franklin Gothic Book" charset="0"/>
          <a:cs typeface="Franklin Gothic Book" charset="0"/>
        </a:defRPr>
      </a:lvl5pPr>
      <a:lvl6pPr marL="6790368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8024982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259591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494205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1pPr>
      <a:lvl2pPr marL="1234609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2pPr>
      <a:lvl3pPr marL="246922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3pPr>
      <a:lvl4pPr marL="370383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4pPr>
      <a:lvl5pPr marL="4938451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5pPr>
      <a:lvl6pPr marL="6173062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6pPr>
      <a:lvl7pPr marL="7407672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7pPr>
      <a:lvl8pPr marL="8642286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8pPr>
      <a:lvl9pPr marL="987689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Compsci_cs430@colostate.edu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lostate.edu/~cs356/#/polici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5044-FE0C-52C1-6EBF-D327E492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338" y="6787311"/>
            <a:ext cx="11950262" cy="1815882"/>
          </a:xfrm>
        </p:spPr>
        <p:txBody>
          <a:bodyPr/>
          <a:lstStyle/>
          <a:p>
            <a:r>
              <a:rPr lang="en-US" dirty="0"/>
              <a:t>Welcome to CS430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B1D183-DAAB-38AC-DB40-AB5E6E26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4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7D8C8C-09D1-4943-A314-14764238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469" y="172529"/>
            <a:ext cx="21876635" cy="165109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Who Am I?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DD349-C406-3948-BA8B-7082425A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469" y="2444154"/>
            <a:ext cx="21876635" cy="9220986"/>
          </a:xfrm>
        </p:spPr>
        <p:txBody>
          <a:bodyPr/>
          <a:lstStyle/>
          <a:p>
            <a:pPr fontAlgn="base"/>
            <a:r>
              <a:rPr lang="en-US" sz="2666" dirty="0"/>
              <a:t>Education </a:t>
            </a:r>
            <a:endParaRPr lang="en-US" dirty="0"/>
          </a:p>
          <a:p>
            <a:pPr lvl="1"/>
            <a:r>
              <a:rPr lang="en-US" sz="2400" dirty="0"/>
              <a:t>Master's of Science in Computer Science</a:t>
            </a:r>
          </a:p>
          <a:p>
            <a:pPr lvl="2">
              <a:buFont typeface="Wingdings"/>
              <a:buChar char="§"/>
            </a:pPr>
            <a:r>
              <a:rPr lang="en-US" sz="2400" dirty="0"/>
              <a:t>Studied Computer Science, Virtual Reality, Social Engineering and Cybersecurity at Colorado State University</a:t>
            </a:r>
          </a:p>
          <a:p>
            <a:pPr lvl="1"/>
            <a:r>
              <a:rPr lang="en-US" sz="2400" dirty="0"/>
              <a:t>Bachelor’s of Science in Computer Science </a:t>
            </a:r>
          </a:p>
          <a:p>
            <a:pPr lvl="2">
              <a:buFont typeface="Wingdings"/>
              <a:buChar char="§"/>
            </a:pPr>
            <a:r>
              <a:rPr lang="en-US" sz="2400" dirty="0"/>
              <a:t>Focused on Networks and Security at Colorado State University </a:t>
            </a:r>
          </a:p>
          <a:p>
            <a:r>
              <a:rPr lang="en-US" sz="2666" dirty="0"/>
              <a:t>Teaching and Research</a:t>
            </a:r>
          </a:p>
          <a:p>
            <a:pPr lvl="1"/>
            <a:r>
              <a:rPr lang="en-US" sz="2400" dirty="0"/>
              <a:t>Research focus on Cybersecurity Education / Social Engineering / Virtual Reality Security</a:t>
            </a:r>
          </a:p>
          <a:p>
            <a:pPr lvl="1"/>
            <a:r>
              <a:rPr lang="en-US" sz="2400" dirty="0"/>
              <a:t>Interest in Visualization of cyberattacks using 3D VR Spaces</a:t>
            </a:r>
          </a:p>
          <a:p>
            <a:pPr lvl="1"/>
            <a:r>
              <a:rPr lang="en-US" sz="2400" dirty="0"/>
              <a:t>CSU </a:t>
            </a:r>
            <a:r>
              <a:rPr lang="en-US" sz="2400" dirty="0" err="1"/>
              <a:t>DBSec</a:t>
            </a:r>
            <a:r>
              <a:rPr lang="en-US" sz="2400" dirty="0"/>
              <a:t> Lab</a:t>
            </a:r>
          </a:p>
          <a:p>
            <a:r>
              <a:rPr lang="en-US" sz="2800" dirty="0"/>
              <a:t>Fun Facts</a:t>
            </a:r>
          </a:p>
          <a:p>
            <a:pPr lvl="1"/>
            <a:r>
              <a:rPr lang="en-US" sz="2400" dirty="0"/>
              <a:t>I play Dungeons and Dragons</a:t>
            </a:r>
          </a:p>
          <a:p>
            <a:pPr lvl="1"/>
            <a:r>
              <a:rPr lang="en-US" sz="2400" dirty="0"/>
              <a:t>I love Game Jams and Game Creation</a:t>
            </a:r>
          </a:p>
          <a:p>
            <a:pPr lvl="1"/>
            <a:r>
              <a:rPr lang="en-US" sz="2400" dirty="0"/>
              <a:t>My favorite Film Franchise is </a:t>
            </a:r>
            <a:r>
              <a:rPr lang="en-US" sz="2400" dirty="0" err="1"/>
              <a:t>Starwars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60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5805-FF4E-8DEF-6FF7-8E66AA6E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Assistants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3ADE8-DD82-55F6-1779-9FD20483A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469" y="5342182"/>
            <a:ext cx="21876635" cy="1386213"/>
          </a:xfrm>
        </p:spPr>
        <p:txBody>
          <a:bodyPr/>
          <a:lstStyle/>
          <a:p>
            <a:r>
              <a:rPr lang="en-US" dirty="0"/>
              <a:t>GTAs</a:t>
            </a:r>
          </a:p>
          <a:p>
            <a:pPr lvl="1"/>
            <a:r>
              <a:rPr lang="en-US" dirty="0"/>
              <a:t>Asif Uz Zaman </a:t>
            </a:r>
          </a:p>
        </p:txBody>
      </p:sp>
    </p:spTree>
    <p:extLst>
      <p:ext uri="{BB962C8B-B14F-4D97-AF65-F5344CB8AC3E}">
        <p14:creationId xmlns:p14="http://schemas.microsoft.com/office/powerpoint/2010/main" val="242006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89F4-A0C5-48A8-A112-D1595D2A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F1286-7724-59B2-5035-E36369F89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D589C3-0A68-EDD0-52CF-D937D9FC32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4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2DF607-B7C2-974D-A730-56F86086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513" y="1080896"/>
            <a:ext cx="22170156" cy="1661993"/>
          </a:xfrm>
        </p:spPr>
        <p:txBody>
          <a:bodyPr anchor="ctr">
            <a:normAutofit/>
          </a:bodyPr>
          <a:lstStyle/>
          <a:p>
            <a:r>
              <a:rPr lang="en-US"/>
              <a:t>How to Contact the Team?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341E8A7D-0106-4586-A248-4EB0E0D32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339" y="4010336"/>
            <a:ext cx="8865393" cy="696277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500" dirty="0"/>
              <a:t>Ariana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TEAMS!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Course Email  (compsci_cs430@colostate.edu)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Direct Email  (Evan.Anspach@colostate.edu)</a:t>
            </a:r>
          </a:p>
          <a:p>
            <a:pPr>
              <a:lnSpc>
                <a:spcPct val="110000"/>
              </a:lnSpc>
            </a:pPr>
            <a:r>
              <a:rPr lang="en-US" sz="2500" dirty="0"/>
              <a:t>TAs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Only during their office hours </a:t>
            </a:r>
          </a:p>
          <a:p>
            <a:pPr>
              <a:lnSpc>
                <a:spcPct val="110000"/>
              </a:lnSpc>
            </a:pPr>
            <a:r>
              <a:rPr lang="en-US" sz="2500" dirty="0"/>
              <a:t>General questions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Post in the general channel!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Let’s other see the answer</a:t>
            </a:r>
          </a:p>
          <a:p>
            <a:pPr>
              <a:lnSpc>
                <a:spcPct val="110000"/>
              </a:lnSpc>
            </a:pPr>
            <a:r>
              <a:rPr lang="en-US" sz="2500" dirty="0"/>
              <a:t>Assignment Specific Questions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In the assignment channel </a:t>
            </a:r>
          </a:p>
          <a:p>
            <a:pPr>
              <a:lnSpc>
                <a:spcPct val="110000"/>
              </a:lnSpc>
            </a:pPr>
            <a:r>
              <a:rPr lang="en-US" sz="2500" dirty="0"/>
              <a:t>Check the Canvas, Teams, and Course website for Office Hours! </a:t>
            </a:r>
          </a:p>
          <a:p>
            <a:pPr lvl="1">
              <a:lnSpc>
                <a:spcPct val="110000"/>
              </a:lnSpc>
            </a:pPr>
            <a:r>
              <a:rPr lang="en-US" sz="2500" dirty="0"/>
              <a:t>Hosted remotely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160548-0AA1-1F4A-A0E6-601F66E74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3" r="23796"/>
          <a:stretch>
            <a:fillRect/>
          </a:stretch>
        </p:blipFill>
        <p:spPr bwMode="auto">
          <a:xfrm>
            <a:off x="14452232" y="4010336"/>
            <a:ext cx="8865393" cy="696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37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6329-7319-4529-B29A-BF6AD307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463" y="1080896"/>
            <a:ext cx="22170156" cy="1661993"/>
          </a:xfrm>
        </p:spPr>
        <p:txBody>
          <a:bodyPr spcFirstLastPara="1" vert="horz" lIns="182880" tIns="91440" rIns="182880" bIns="9144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b="1"/>
              <a:t>Teams Communication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7D9D1-1D7F-B5A8-D505-377109333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339" y="3454400"/>
            <a:ext cx="10859661" cy="7518711"/>
          </a:xfrm>
        </p:spPr>
        <p:txBody>
          <a:bodyPr spcFirstLastPara="1" vert="horz" lIns="182880" tIns="91440" rIns="182880" bIns="91440" rtlCol="0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2000"/>
              </a:spcBef>
              <a:buNone/>
            </a:pPr>
            <a:r>
              <a:rPr lang="en-US" sz="2500" dirty="0"/>
              <a:t>Please remember to be respectful! </a:t>
            </a:r>
          </a:p>
          <a:p>
            <a:pPr marL="0" indent="0">
              <a:lnSpc>
                <a:spcPct val="110000"/>
              </a:lnSpc>
              <a:spcBef>
                <a:spcPts val="2000"/>
              </a:spcBef>
              <a:buNone/>
            </a:pPr>
            <a:r>
              <a:rPr lang="en-US" sz="2500" dirty="0"/>
              <a:t>This is a professional environment, so act accordingly.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Do not post any code in the teams channel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Post assignment-specific questions in the channel created for that assignment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The general channel is for general course concerns </a:t>
            </a:r>
            <a:br>
              <a:rPr lang="en-US" sz="2500" dirty="0"/>
            </a:br>
            <a:r>
              <a:rPr lang="en-US" sz="2500" dirty="0"/>
              <a:t>Be professional.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Be courteous.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Do not post any questions about your grade or any grading issues. Such questions are private communication and must be emailed.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Do not post any opinions regarding your graded assignment or any aspect of the course. You will have a chance to submit anonymous reviews at the end of the semester. Email feedback to the instructor regarding the course is acceptable and welcome.</a:t>
            </a:r>
            <a:br>
              <a:rPr lang="en-US" sz="2500" dirty="0"/>
            </a:br>
            <a:endParaRPr lang="en-US" sz="2500" dirty="0"/>
          </a:p>
          <a:p>
            <a:pPr marL="0" indent="0">
              <a:lnSpc>
                <a:spcPct val="110000"/>
              </a:lnSpc>
              <a:spcBef>
                <a:spcPts val="2000"/>
              </a:spcBef>
              <a:buNone/>
            </a:pPr>
            <a:endParaRPr lang="en-US" sz="2500" dirty="0"/>
          </a:p>
        </p:txBody>
      </p:sp>
      <p:pic>
        <p:nvPicPr>
          <p:cNvPr id="8" name="Graphic 7" descr="Chat Bubble">
            <a:extLst>
              <a:ext uri="{FF2B5EF4-FFF2-40B4-BE49-F238E27FC236}">
                <a16:creationId xmlns:a16="http://schemas.microsoft.com/office/drawing/2014/main" id="{B4223A09-C2D3-80B2-C897-E5E7543FE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3541" y="4010336"/>
            <a:ext cx="6962775" cy="69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1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68AE-BC3C-0C6A-15D1-6CD647B1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7BFFB-A4F2-C985-0CEB-C6F57AA1C7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0F895C-357A-6886-3125-786E74B3B3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9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2BD1-9334-D14E-4CC5-B39028F7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469" y="2529743"/>
            <a:ext cx="21876635" cy="1651093"/>
          </a:xfrm>
        </p:spPr>
        <p:txBody>
          <a:bodyPr/>
          <a:lstStyle/>
          <a:p>
            <a:r>
              <a:rPr lang="en-US" dirty="0"/>
              <a:t>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123C-E045-00F2-C7F3-03ADD466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469" y="4293312"/>
            <a:ext cx="21876635" cy="837381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Website: </a:t>
            </a:r>
            <a:r>
              <a:rPr lang="en-US" u="sng" dirty="0">
                <a:solidFill>
                  <a:srgbClr val="0000FF"/>
                </a:solidFill>
                <a:latin typeface="Helvetica" pitchFamily="2" charset="0"/>
              </a:rPr>
              <a:t>http://www.cs.colostate.edu/~cs430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Syllabus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Policies 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Resources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	Canvas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Lecture Slides (in modules section)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Assignments &amp; Submissions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Quizzes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Assignment Grades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Course Email: 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00FF"/>
                </a:solidFill>
                <a:effectLst/>
                <a:latin typeface="Helvetica" pitchFamily="2" charset="0"/>
                <a:hlinkClick r:id="rId2"/>
              </a:rPr>
              <a:t>Compsci_cs430@colostate.edu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Lecture Recordings </a:t>
            </a: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Available within each module </a:t>
            </a:r>
          </a:p>
        </p:txBody>
      </p:sp>
    </p:spTree>
    <p:extLst>
      <p:ext uri="{BB962C8B-B14F-4D97-AF65-F5344CB8AC3E}">
        <p14:creationId xmlns:p14="http://schemas.microsoft.com/office/powerpoint/2010/main" val="212461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D7AA-64D0-860B-4185-77FC4F32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52" y="2038000"/>
            <a:ext cx="21876635" cy="1651093"/>
          </a:xfrm>
        </p:spPr>
        <p:txBody>
          <a:bodyPr anchor="b">
            <a:normAutofit/>
          </a:bodyPr>
          <a:lstStyle/>
          <a:p>
            <a:r>
              <a:rPr lang="en-US" dirty="0"/>
              <a:t>Grading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AF1725-2BF1-028B-28DF-F2E951802B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4918" y="3689093"/>
          <a:ext cx="21877337" cy="871505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4187831">
                  <a:extLst>
                    <a:ext uri="{9D8B030D-6E8A-4147-A177-3AD203B41FA5}">
                      <a16:colId xmlns:a16="http://schemas.microsoft.com/office/drawing/2014/main" val="152611598"/>
                    </a:ext>
                  </a:extLst>
                </a:gridCol>
                <a:gridCol w="7689506">
                  <a:extLst>
                    <a:ext uri="{9D8B030D-6E8A-4147-A177-3AD203B41FA5}">
                      <a16:colId xmlns:a16="http://schemas.microsoft.com/office/drawing/2014/main" val="2665346845"/>
                    </a:ext>
                  </a:extLst>
                </a:gridCol>
              </a:tblGrid>
              <a:tr h="1525134">
                <a:tc>
                  <a:txBody>
                    <a:bodyPr/>
                    <a:lstStyle/>
                    <a:p>
                      <a:r>
                        <a:rPr lang="en-US" sz="6200" b="0" cap="none" spc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Activity </a:t>
                      </a:r>
                      <a:endParaRPr lang="en-US" sz="62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40851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200" b="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Weight </a:t>
                      </a:r>
                      <a:endParaRPr lang="en-US" sz="62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40851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356021"/>
                  </a:ext>
                </a:extLst>
              </a:tr>
              <a:tr h="3023034">
                <a:tc>
                  <a:txBody>
                    <a:bodyPr/>
                    <a:lstStyle/>
                    <a:p>
                      <a:r>
                        <a:rPr lang="en-US" sz="5400" b="1" cap="none" spc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Participation &amp; Quizzes</a:t>
                      </a:r>
                      <a:endParaRPr lang="en-US" sz="54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br>
                        <a:rPr lang="en-US" sz="5400" cap="none" spc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US" sz="5400" cap="none" spc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cap="none" spc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  <a:endParaRPr lang="en-US" sz="5400" cap="none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229073"/>
                  </a:ext>
                </a:extLst>
              </a:tr>
              <a:tr h="1388962">
                <a:tc>
                  <a:txBody>
                    <a:bodyPr/>
                    <a:lstStyle/>
                    <a:p>
                      <a:r>
                        <a:rPr lang="en-US" sz="5400" b="1" cap="none" spc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Programming Projects </a:t>
                      </a:r>
                      <a:endParaRPr lang="en-US" sz="5400" cap="none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cap="none" spc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  <a:endParaRPr lang="en-US" sz="5400" cap="none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90921"/>
                  </a:ext>
                </a:extLst>
              </a:tr>
              <a:tr h="1388962">
                <a:tc>
                  <a:txBody>
                    <a:bodyPr/>
                    <a:lstStyle/>
                    <a:p>
                      <a:r>
                        <a:rPr lang="en-US" sz="5400" b="1" cap="none" spc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Midterms </a:t>
                      </a:r>
                      <a:endParaRPr lang="en-US" sz="54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cap="none" spc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  <a:endParaRPr lang="en-US" sz="5400" cap="none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36487"/>
                  </a:ext>
                </a:extLst>
              </a:tr>
              <a:tr h="1388962">
                <a:tc>
                  <a:txBody>
                    <a:bodyPr/>
                    <a:lstStyle/>
                    <a:p>
                      <a:r>
                        <a:rPr lang="en-US" sz="5400" b="1" cap="none" spc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Exam </a:t>
                      </a:r>
                      <a:endParaRPr lang="en-US" sz="5400" cap="none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cap="none" spc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  <a:endParaRPr lang="en-US" sz="54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408518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40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66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4A27-505B-AE5C-D2BA-762EDEDA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653" y="5501526"/>
            <a:ext cx="7129454" cy="231884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Weekly Homework </a:t>
            </a:r>
          </a:p>
        </p:txBody>
      </p:sp>
      <p:graphicFrame>
        <p:nvGraphicFramePr>
          <p:cNvPr id="5" name="Content Placeholder 2" descr="Reading Assignments &#10; Due before topic is covered in class &#10; Occasional quizzes &#10;Chapter Quizzes &#10; Due Sundays at 11:59 PM &#10;Homework Assignments &#10; Due by 11:59 PM on Tuesdays &#10;">
            <a:extLst>
              <a:ext uri="{FF2B5EF4-FFF2-40B4-BE49-F238E27FC236}">
                <a16:creationId xmlns:a16="http://schemas.microsoft.com/office/drawing/2014/main" id="{BB5AFDE3-BC0A-0DBB-A7C7-C206F2193ABD}"/>
              </a:ext>
            </a:extLst>
          </p:cNvPr>
          <p:cNvGraphicFramePr>
            <a:graphicFrameLocks noGrp="1"/>
          </p:cNvGraphicFramePr>
          <p:nvPr>
            <p:ph type="chart" sz="quarter" idx="12"/>
            <p:extLst>
              <p:ext uri="{D42A27DB-BD31-4B8C-83A1-F6EECF244321}">
                <p14:modId xmlns:p14="http://schemas.microsoft.com/office/powerpoint/2010/main" val="2656817336"/>
              </p:ext>
            </p:extLst>
          </p:nvPr>
        </p:nvGraphicFramePr>
        <p:xfrm>
          <a:off x="2140721" y="2173027"/>
          <a:ext cx="12112761" cy="9714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03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CE1E-E883-EE9F-2F1C-F112BD62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653" y="5501526"/>
            <a:ext cx="7129454" cy="231884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Exams </a:t>
            </a:r>
          </a:p>
        </p:txBody>
      </p:sp>
      <p:graphicFrame>
        <p:nvGraphicFramePr>
          <p:cNvPr id="5" name="Content Placeholder 2" descr="2 Midterms, final taken during finals week">
            <a:extLst>
              <a:ext uri="{FF2B5EF4-FFF2-40B4-BE49-F238E27FC236}">
                <a16:creationId xmlns:a16="http://schemas.microsoft.com/office/drawing/2014/main" id="{82CD98AD-D5F2-F956-2F6F-C28C471BEB2C}"/>
              </a:ext>
            </a:extLst>
          </p:cNvPr>
          <p:cNvGraphicFramePr>
            <a:graphicFrameLocks noGrp="1"/>
          </p:cNvGraphicFramePr>
          <p:nvPr>
            <p:ph type="chart" sz="quarter" idx="12"/>
            <p:extLst>
              <p:ext uri="{D42A27DB-BD31-4B8C-83A1-F6EECF244321}">
                <p14:modId xmlns:p14="http://schemas.microsoft.com/office/powerpoint/2010/main" val="2202944034"/>
              </p:ext>
            </p:extLst>
          </p:nvPr>
        </p:nvGraphicFramePr>
        <p:xfrm>
          <a:off x="2140721" y="2173027"/>
          <a:ext cx="12112761" cy="9714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405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A23C-ACD6-1E2A-E263-8C35A29A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Policies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25912-D4ED-2A7A-019E-562E16B45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E94459C-1EAA-D181-1AE8-EABFFD38E0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1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5C52-A140-5E7B-526C-C320742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 Policy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3431-46A3-6588-8A1F-6A2F9F8C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339" y="4010336"/>
            <a:ext cx="17921045" cy="3828805"/>
          </a:xfrm>
        </p:spPr>
        <p:txBody>
          <a:bodyPr/>
          <a:lstStyle/>
          <a:p>
            <a:pPr>
              <a:spcAft>
                <a:spcPts val="720"/>
              </a:spcAft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Turn things in on time!! 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72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All labs have an until by date by which they are accepted with no penalty, past that there are no late submissions without SDC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Exams will not be accepted late without proper documentation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For major life events work with Student Case management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6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F029-7E93-6800-3253-91A9A4F4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5B9D5-EA2E-C473-9593-450D8691A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your own work </a:t>
            </a:r>
          </a:p>
          <a:p>
            <a:r>
              <a:rPr lang="en-US" dirty="0"/>
              <a:t>Discussing assignments on a high level is ok</a:t>
            </a:r>
          </a:p>
          <a:p>
            <a:r>
              <a:rPr lang="en-US" dirty="0"/>
              <a:t>Collaboration is not allowed unless explicitly stated </a:t>
            </a:r>
          </a:p>
          <a:p>
            <a:r>
              <a:rPr lang="en-US" dirty="0"/>
              <a:t>Anyone in violation of this policy will receive a -100 on the assignment and be reported to the university for the first offense. </a:t>
            </a:r>
          </a:p>
          <a:p>
            <a:pPr lvl="1"/>
            <a:r>
              <a:rPr lang="en-US" dirty="0"/>
              <a:t>Second offense will result in failure of the class </a:t>
            </a:r>
          </a:p>
        </p:txBody>
      </p:sp>
    </p:spTree>
    <p:extLst>
      <p:ext uri="{BB962C8B-B14F-4D97-AF65-F5344CB8AC3E}">
        <p14:creationId xmlns:p14="http://schemas.microsoft.com/office/powerpoint/2010/main" val="224216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C943-9C7D-DE0D-9F78-6A2C3CE2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CFF3-CFC8-7A56-4FB2-BF462ABDB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339" y="4010336"/>
            <a:ext cx="17921045" cy="3998595"/>
          </a:xfrm>
        </p:spPr>
        <p:txBody>
          <a:bodyPr/>
          <a:lstStyle/>
          <a:p>
            <a:r>
              <a:rPr lang="en-US" dirty="0"/>
              <a:t>DO NOT DO IT </a:t>
            </a:r>
          </a:p>
          <a:p>
            <a:r>
              <a:rPr lang="en-US" dirty="0"/>
              <a:t>Zero tolerance policy </a:t>
            </a:r>
          </a:p>
          <a:p>
            <a:r>
              <a:rPr lang="en-US" dirty="0"/>
              <a:t>Full policy can be found here: </a:t>
            </a:r>
            <a:endParaRPr lang="en-US" dirty="0">
              <a:effectLst/>
            </a:endParaRPr>
          </a:p>
          <a:p>
            <a:pPr marL="1485900" lvl="1" indent="-57150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00FF"/>
                </a:solidFill>
                <a:effectLst/>
                <a:latin typeface="Helvetica" pitchFamily="2" charset="0"/>
                <a:hlinkClick r:id="rId3"/>
              </a:rPr>
              <a:t>https://www.cs.colostate.edu/~cs356/#/policies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8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SU Find Your Energy">
      <a:dk1>
        <a:srgbClr val="59595B"/>
      </a:dk1>
      <a:lt1>
        <a:srgbClr val="FFFFFF"/>
      </a:lt1>
      <a:dk2>
        <a:srgbClr val="1E4D2B"/>
      </a:dk2>
      <a:lt2>
        <a:srgbClr val="C8C371"/>
      </a:lt2>
      <a:accent1>
        <a:srgbClr val="82C403"/>
      </a:accent1>
      <a:accent2>
        <a:srgbClr val="CFFC00"/>
      </a:accent2>
      <a:accent3>
        <a:srgbClr val="E56954"/>
      </a:accent3>
      <a:accent4>
        <a:srgbClr val="008FB2"/>
      </a:accent4>
      <a:accent5>
        <a:srgbClr val="7E5373"/>
      </a:accent5>
      <a:accent6>
        <a:srgbClr val="FEC037"/>
      </a:accent6>
      <a:hlink>
        <a:srgbClr val="3246A4"/>
      </a:hlink>
      <a:folHlink>
        <a:srgbClr val="6B15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7186</TotalTime>
  <Words>533</Words>
  <Application>Microsoft Office PowerPoint</Application>
  <PresentationFormat>Custom</PresentationFormat>
  <Paragraphs>101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Book</vt:lpstr>
      <vt:lpstr>Helvetica</vt:lpstr>
      <vt:lpstr>Wingdings</vt:lpstr>
      <vt:lpstr>Office Theme</vt:lpstr>
      <vt:lpstr>Welcome to CS430 </vt:lpstr>
      <vt:lpstr>Who Am I?</vt:lpstr>
      <vt:lpstr>Teaching Assistants </vt:lpstr>
      <vt:lpstr>Communication </vt:lpstr>
      <vt:lpstr>How to Contact the Team?</vt:lpstr>
      <vt:lpstr>Teams Communication </vt:lpstr>
      <vt:lpstr>Course Logistics </vt:lpstr>
      <vt:lpstr>Resources </vt:lpstr>
      <vt:lpstr>Grading </vt:lpstr>
      <vt:lpstr>Weekly Homework </vt:lpstr>
      <vt:lpstr>Exams </vt:lpstr>
      <vt:lpstr>Course Policies </vt:lpstr>
      <vt:lpstr>Late Policy </vt:lpstr>
      <vt:lpstr>Academic Integrity </vt:lpstr>
      <vt:lpstr>Generative AI </vt:lpstr>
    </vt:vector>
  </TitlesOfParts>
  <Company>Colorado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 Curtis</dc:creator>
  <cp:lastModifiedBy>Anspach,Evan</cp:lastModifiedBy>
  <cp:revision>209</cp:revision>
  <dcterms:created xsi:type="dcterms:W3CDTF">2015-06-30T23:05:53Z</dcterms:created>
  <dcterms:modified xsi:type="dcterms:W3CDTF">2026-05-18T20:13:56Z</dcterms:modified>
</cp:coreProperties>
</file>